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7D95F8F-2164-453A-B7CF-60E9AB25E625}" type="doc">
      <dgm:prSet loTypeId="urn:microsoft.com/office/officeart/2005/8/layout/process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625F0CD2-56D3-4F38-B45F-A2021BD4A642}">
      <dgm:prSet phldrT="[Text]"/>
      <dgm:spPr/>
      <dgm:t>
        <a:bodyPr/>
        <a:lstStyle/>
        <a:p>
          <a:r>
            <a:rPr lang="en-IN" dirty="0" err="1"/>
            <a:t>unsloth</a:t>
          </a:r>
          <a:r>
            <a:rPr lang="en-IN" dirty="0"/>
            <a:t>/Qwen2.5-3B-Instruct</a:t>
          </a:r>
        </a:p>
      </dgm:t>
    </dgm:pt>
    <dgm:pt modelId="{754F11A7-A216-4C3A-BB60-9513583EBCAC}" type="parTrans" cxnId="{FBC493EE-BD67-4A8C-8931-C3222DBBCEA3}">
      <dgm:prSet/>
      <dgm:spPr/>
      <dgm:t>
        <a:bodyPr/>
        <a:lstStyle/>
        <a:p>
          <a:endParaRPr lang="en-IN"/>
        </a:p>
      </dgm:t>
    </dgm:pt>
    <dgm:pt modelId="{402EA8DC-7417-49AD-96F0-CBFC5E43EE95}" type="sibTrans" cxnId="{FBC493EE-BD67-4A8C-8931-C3222DBBCEA3}">
      <dgm:prSet/>
      <dgm:spPr/>
      <dgm:t>
        <a:bodyPr/>
        <a:lstStyle/>
        <a:p>
          <a:endParaRPr lang="en-IN"/>
        </a:p>
      </dgm:t>
    </dgm:pt>
    <dgm:pt modelId="{D2B2E0F1-283D-41E7-8A62-27449146977B}">
      <dgm:prSet phldrT="[Text]" phldr="0"/>
      <dgm:spPr/>
      <dgm:t>
        <a:bodyPr/>
        <a:lstStyle/>
        <a:p>
          <a:r>
            <a:rPr lang="en-US" dirty="0"/>
            <a:t>Parameter efficient Fine Tuning (PEFT) on Kaggle notebook</a:t>
          </a:r>
          <a:endParaRPr lang="en-IN" dirty="0"/>
        </a:p>
      </dgm:t>
    </dgm:pt>
    <dgm:pt modelId="{3DE4179B-030D-4BA1-9676-082193EE837C}" type="parTrans" cxnId="{1933E398-C739-4AB7-9278-6BA56E826192}">
      <dgm:prSet/>
      <dgm:spPr/>
      <dgm:t>
        <a:bodyPr/>
        <a:lstStyle/>
        <a:p>
          <a:endParaRPr lang="en-IN"/>
        </a:p>
      </dgm:t>
    </dgm:pt>
    <dgm:pt modelId="{AE286194-D99D-4740-B4C6-19F02B8FA83D}" type="sibTrans" cxnId="{1933E398-C739-4AB7-9278-6BA56E826192}">
      <dgm:prSet/>
      <dgm:spPr/>
      <dgm:t>
        <a:bodyPr/>
        <a:lstStyle/>
        <a:p>
          <a:endParaRPr lang="en-IN"/>
        </a:p>
      </dgm:t>
    </dgm:pt>
    <dgm:pt modelId="{A21CB361-0C9B-40ED-9427-994B2B2AE66C}">
      <dgm:prSet phldrT="[Text]" phldr="0"/>
      <dgm:spPr/>
      <dgm:t>
        <a:bodyPr/>
        <a:lstStyle/>
        <a:p>
          <a:r>
            <a:rPr lang="en-US" dirty="0"/>
            <a:t>Upload GGUF to Hugging Face from Kaggle notebook</a:t>
          </a:r>
          <a:endParaRPr lang="en-IN" dirty="0"/>
        </a:p>
      </dgm:t>
    </dgm:pt>
    <dgm:pt modelId="{1AC6A148-0492-400A-8F80-5FC8B4BA88D8}" type="parTrans" cxnId="{A86216C2-0FAB-4A14-A295-CF1E74EF12C8}">
      <dgm:prSet/>
      <dgm:spPr/>
      <dgm:t>
        <a:bodyPr/>
        <a:lstStyle/>
        <a:p>
          <a:endParaRPr lang="en-IN"/>
        </a:p>
      </dgm:t>
    </dgm:pt>
    <dgm:pt modelId="{FB506A86-3030-4500-8CE6-44B6E35E4B17}" type="sibTrans" cxnId="{A86216C2-0FAB-4A14-A295-CF1E74EF12C8}">
      <dgm:prSet/>
      <dgm:spPr/>
      <dgm:t>
        <a:bodyPr/>
        <a:lstStyle/>
        <a:p>
          <a:endParaRPr lang="en-IN"/>
        </a:p>
      </dgm:t>
    </dgm:pt>
    <dgm:pt modelId="{468D267F-3D42-498A-A430-0A045432DF80}">
      <dgm:prSet phldrT="[Text]" phldr="0"/>
      <dgm:spPr/>
      <dgm:t>
        <a:bodyPr/>
        <a:lstStyle/>
        <a:p>
          <a:r>
            <a:rPr lang="en-US" dirty="0"/>
            <a:t>Download GGUF to local Windows WSL2</a:t>
          </a:r>
          <a:endParaRPr lang="en-IN" dirty="0"/>
        </a:p>
      </dgm:t>
    </dgm:pt>
    <dgm:pt modelId="{F9A58338-BFFC-4A42-9148-CF87797F0B29}" type="parTrans" cxnId="{67675808-8DFF-486A-87BF-7F7D96960CEF}">
      <dgm:prSet/>
      <dgm:spPr/>
      <dgm:t>
        <a:bodyPr/>
        <a:lstStyle/>
        <a:p>
          <a:endParaRPr lang="en-IN"/>
        </a:p>
      </dgm:t>
    </dgm:pt>
    <dgm:pt modelId="{5E05C0F6-6650-44A4-BB2B-807E30C61F78}" type="sibTrans" cxnId="{67675808-8DFF-486A-87BF-7F7D96960CEF}">
      <dgm:prSet/>
      <dgm:spPr/>
      <dgm:t>
        <a:bodyPr/>
        <a:lstStyle/>
        <a:p>
          <a:endParaRPr lang="en-IN"/>
        </a:p>
      </dgm:t>
    </dgm:pt>
    <dgm:pt modelId="{530E7F11-A06B-4785-9357-8D0DD4306F90}">
      <dgm:prSet phldrT="[Text]" phldr="0"/>
      <dgm:spPr/>
      <dgm:t>
        <a:bodyPr/>
        <a:lstStyle/>
        <a:p>
          <a:r>
            <a:rPr lang="en-US" dirty="0"/>
            <a:t>Update local </a:t>
          </a:r>
          <a:r>
            <a:rPr lang="en-US" dirty="0" err="1"/>
            <a:t>Ollama</a:t>
          </a:r>
          <a:r>
            <a:rPr lang="en-US" dirty="0"/>
            <a:t> + </a:t>
          </a:r>
          <a:r>
            <a:rPr lang="en-US" dirty="0" err="1"/>
            <a:t>Openclaw</a:t>
          </a:r>
          <a:r>
            <a:rPr lang="en-US" dirty="0"/>
            <a:t> setup</a:t>
          </a:r>
          <a:endParaRPr lang="en-IN" dirty="0"/>
        </a:p>
      </dgm:t>
    </dgm:pt>
    <dgm:pt modelId="{8C0B0EB0-A1BE-4A7F-B47D-B9DC0D93C406}" type="parTrans" cxnId="{AB04E5D8-8F0A-4871-9AED-3D48CBD941A9}">
      <dgm:prSet/>
      <dgm:spPr/>
      <dgm:t>
        <a:bodyPr/>
        <a:lstStyle/>
        <a:p>
          <a:endParaRPr lang="en-IN"/>
        </a:p>
      </dgm:t>
    </dgm:pt>
    <dgm:pt modelId="{4F4CB3CA-61E7-4939-B811-04E88497CC01}" type="sibTrans" cxnId="{AB04E5D8-8F0A-4871-9AED-3D48CBD941A9}">
      <dgm:prSet/>
      <dgm:spPr/>
      <dgm:t>
        <a:bodyPr/>
        <a:lstStyle/>
        <a:p>
          <a:endParaRPr lang="en-IN"/>
        </a:p>
      </dgm:t>
    </dgm:pt>
    <dgm:pt modelId="{A9A0D49D-21BE-4140-9184-838FE31A7BF2}">
      <dgm:prSet phldrT="[Text]" phldr="0"/>
      <dgm:spPr/>
      <dgm:t>
        <a:bodyPr/>
        <a:lstStyle/>
        <a:p>
          <a:r>
            <a:rPr lang="en-US" dirty="0"/>
            <a:t>Run </a:t>
          </a:r>
          <a:r>
            <a:rPr lang="en-US" dirty="0" err="1"/>
            <a:t>Openclaw</a:t>
          </a:r>
          <a:r>
            <a:rPr lang="en-US" dirty="0"/>
            <a:t> Agentic Task with fine tuned LLM</a:t>
          </a:r>
          <a:endParaRPr lang="en-IN" dirty="0"/>
        </a:p>
      </dgm:t>
    </dgm:pt>
    <dgm:pt modelId="{58FC046A-788C-4A92-BDBE-68AF5339AE3E}" type="parTrans" cxnId="{3E8992F6-DA92-42D3-9E4C-504C977C1E8A}">
      <dgm:prSet/>
      <dgm:spPr/>
      <dgm:t>
        <a:bodyPr/>
        <a:lstStyle/>
        <a:p>
          <a:endParaRPr lang="en-IN"/>
        </a:p>
      </dgm:t>
    </dgm:pt>
    <dgm:pt modelId="{642D4651-6AEC-42A7-8042-FE5BC133E975}" type="sibTrans" cxnId="{3E8992F6-DA92-42D3-9E4C-504C977C1E8A}">
      <dgm:prSet/>
      <dgm:spPr/>
      <dgm:t>
        <a:bodyPr/>
        <a:lstStyle/>
        <a:p>
          <a:endParaRPr lang="en-IN"/>
        </a:p>
      </dgm:t>
    </dgm:pt>
    <dgm:pt modelId="{013ACDED-A685-4DEF-B622-8857CC51ABAE}" type="pres">
      <dgm:prSet presAssocID="{D7D95F8F-2164-453A-B7CF-60E9AB25E625}" presName="linearFlow" presStyleCnt="0">
        <dgm:presLayoutVars>
          <dgm:resizeHandles val="exact"/>
        </dgm:presLayoutVars>
      </dgm:prSet>
      <dgm:spPr/>
    </dgm:pt>
    <dgm:pt modelId="{25C58385-2727-448E-8CD2-16E0BDC2AB30}" type="pres">
      <dgm:prSet presAssocID="{625F0CD2-56D3-4F38-B45F-A2021BD4A642}" presName="node" presStyleLbl="node1" presStyleIdx="0" presStyleCnt="6">
        <dgm:presLayoutVars>
          <dgm:bulletEnabled val="1"/>
        </dgm:presLayoutVars>
      </dgm:prSet>
      <dgm:spPr/>
    </dgm:pt>
    <dgm:pt modelId="{06970D8F-65B6-41FC-9F8A-23AFA0BB665E}" type="pres">
      <dgm:prSet presAssocID="{402EA8DC-7417-49AD-96F0-CBFC5E43EE95}" presName="sibTrans" presStyleLbl="sibTrans2D1" presStyleIdx="0" presStyleCnt="5"/>
      <dgm:spPr/>
    </dgm:pt>
    <dgm:pt modelId="{1BF75C86-7780-4163-A913-1E3ACDA7961F}" type="pres">
      <dgm:prSet presAssocID="{402EA8DC-7417-49AD-96F0-CBFC5E43EE95}" presName="connectorText" presStyleLbl="sibTrans2D1" presStyleIdx="0" presStyleCnt="5"/>
      <dgm:spPr/>
    </dgm:pt>
    <dgm:pt modelId="{74835C65-09FF-46DC-9F26-BC4FA4CB719C}" type="pres">
      <dgm:prSet presAssocID="{D2B2E0F1-283D-41E7-8A62-27449146977B}" presName="node" presStyleLbl="node1" presStyleIdx="1" presStyleCnt="6">
        <dgm:presLayoutVars>
          <dgm:bulletEnabled val="1"/>
        </dgm:presLayoutVars>
      </dgm:prSet>
      <dgm:spPr/>
    </dgm:pt>
    <dgm:pt modelId="{FFC1E22F-4DBC-4478-AAE7-70C1E4735E9C}" type="pres">
      <dgm:prSet presAssocID="{AE286194-D99D-4740-B4C6-19F02B8FA83D}" presName="sibTrans" presStyleLbl="sibTrans2D1" presStyleIdx="1" presStyleCnt="5"/>
      <dgm:spPr/>
    </dgm:pt>
    <dgm:pt modelId="{F5825AF0-A1B2-45EC-BD74-CC5B7379A7C0}" type="pres">
      <dgm:prSet presAssocID="{AE286194-D99D-4740-B4C6-19F02B8FA83D}" presName="connectorText" presStyleLbl="sibTrans2D1" presStyleIdx="1" presStyleCnt="5"/>
      <dgm:spPr/>
    </dgm:pt>
    <dgm:pt modelId="{50BBE7A4-907A-4101-9F38-A91F4C8184B6}" type="pres">
      <dgm:prSet presAssocID="{A21CB361-0C9B-40ED-9427-994B2B2AE66C}" presName="node" presStyleLbl="node1" presStyleIdx="2" presStyleCnt="6">
        <dgm:presLayoutVars>
          <dgm:bulletEnabled val="1"/>
        </dgm:presLayoutVars>
      </dgm:prSet>
      <dgm:spPr/>
    </dgm:pt>
    <dgm:pt modelId="{59CF3E79-08EE-442D-87F8-6E61007C6795}" type="pres">
      <dgm:prSet presAssocID="{FB506A86-3030-4500-8CE6-44B6E35E4B17}" presName="sibTrans" presStyleLbl="sibTrans2D1" presStyleIdx="2" presStyleCnt="5"/>
      <dgm:spPr/>
    </dgm:pt>
    <dgm:pt modelId="{43354DDF-407F-43F0-8F6E-941ECF9D0D6B}" type="pres">
      <dgm:prSet presAssocID="{FB506A86-3030-4500-8CE6-44B6E35E4B17}" presName="connectorText" presStyleLbl="sibTrans2D1" presStyleIdx="2" presStyleCnt="5"/>
      <dgm:spPr/>
    </dgm:pt>
    <dgm:pt modelId="{CC0CDCA5-8243-4E91-8273-78CB8E61AA7B}" type="pres">
      <dgm:prSet presAssocID="{468D267F-3D42-498A-A430-0A045432DF80}" presName="node" presStyleLbl="node1" presStyleIdx="3" presStyleCnt="6">
        <dgm:presLayoutVars>
          <dgm:bulletEnabled val="1"/>
        </dgm:presLayoutVars>
      </dgm:prSet>
      <dgm:spPr/>
    </dgm:pt>
    <dgm:pt modelId="{EEB31DB8-F7DC-481D-95AF-2233BFD01C04}" type="pres">
      <dgm:prSet presAssocID="{5E05C0F6-6650-44A4-BB2B-807E30C61F78}" presName="sibTrans" presStyleLbl="sibTrans2D1" presStyleIdx="3" presStyleCnt="5"/>
      <dgm:spPr/>
    </dgm:pt>
    <dgm:pt modelId="{345C9B5E-5D2C-42C6-AB8A-D89B53D4C997}" type="pres">
      <dgm:prSet presAssocID="{5E05C0F6-6650-44A4-BB2B-807E30C61F78}" presName="connectorText" presStyleLbl="sibTrans2D1" presStyleIdx="3" presStyleCnt="5"/>
      <dgm:spPr/>
    </dgm:pt>
    <dgm:pt modelId="{5449D7B2-25B2-43B4-866D-0633F9268096}" type="pres">
      <dgm:prSet presAssocID="{530E7F11-A06B-4785-9357-8D0DD4306F90}" presName="node" presStyleLbl="node1" presStyleIdx="4" presStyleCnt="6">
        <dgm:presLayoutVars>
          <dgm:bulletEnabled val="1"/>
        </dgm:presLayoutVars>
      </dgm:prSet>
      <dgm:spPr/>
    </dgm:pt>
    <dgm:pt modelId="{0661219A-5EFE-4955-9B98-F2297660F94D}" type="pres">
      <dgm:prSet presAssocID="{4F4CB3CA-61E7-4939-B811-04E88497CC01}" presName="sibTrans" presStyleLbl="sibTrans2D1" presStyleIdx="4" presStyleCnt="5"/>
      <dgm:spPr/>
    </dgm:pt>
    <dgm:pt modelId="{CAA22718-C3DA-42E7-94D2-DC886376032F}" type="pres">
      <dgm:prSet presAssocID="{4F4CB3CA-61E7-4939-B811-04E88497CC01}" presName="connectorText" presStyleLbl="sibTrans2D1" presStyleIdx="4" presStyleCnt="5"/>
      <dgm:spPr/>
    </dgm:pt>
    <dgm:pt modelId="{660D2B64-E72F-4FE2-A094-807250FF554B}" type="pres">
      <dgm:prSet presAssocID="{A9A0D49D-21BE-4140-9184-838FE31A7BF2}" presName="node" presStyleLbl="node1" presStyleIdx="5" presStyleCnt="6">
        <dgm:presLayoutVars>
          <dgm:bulletEnabled val="1"/>
        </dgm:presLayoutVars>
      </dgm:prSet>
      <dgm:spPr/>
    </dgm:pt>
  </dgm:ptLst>
  <dgm:cxnLst>
    <dgm:cxn modelId="{67675808-8DFF-486A-87BF-7F7D96960CEF}" srcId="{D7D95F8F-2164-453A-B7CF-60E9AB25E625}" destId="{468D267F-3D42-498A-A430-0A045432DF80}" srcOrd="3" destOrd="0" parTransId="{F9A58338-BFFC-4A42-9148-CF87797F0B29}" sibTransId="{5E05C0F6-6650-44A4-BB2B-807E30C61F78}"/>
    <dgm:cxn modelId="{6B18EF0A-0EA6-4A19-9AB5-883D58E050FF}" type="presOf" srcId="{5E05C0F6-6650-44A4-BB2B-807E30C61F78}" destId="{EEB31DB8-F7DC-481D-95AF-2233BFD01C04}" srcOrd="0" destOrd="0" presId="urn:microsoft.com/office/officeart/2005/8/layout/process2"/>
    <dgm:cxn modelId="{27FD1A11-AF0D-43F3-9F9F-3B2427FBA4AC}" type="presOf" srcId="{FB506A86-3030-4500-8CE6-44B6E35E4B17}" destId="{43354DDF-407F-43F0-8F6E-941ECF9D0D6B}" srcOrd="1" destOrd="0" presId="urn:microsoft.com/office/officeart/2005/8/layout/process2"/>
    <dgm:cxn modelId="{1A63FE35-3A41-4CF7-BA3A-B7685E4EB053}" type="presOf" srcId="{FB506A86-3030-4500-8CE6-44B6E35E4B17}" destId="{59CF3E79-08EE-442D-87F8-6E61007C6795}" srcOrd="0" destOrd="0" presId="urn:microsoft.com/office/officeart/2005/8/layout/process2"/>
    <dgm:cxn modelId="{FEBD6C5E-E979-44A8-A707-9D2DF0458DFF}" type="presOf" srcId="{5E05C0F6-6650-44A4-BB2B-807E30C61F78}" destId="{345C9B5E-5D2C-42C6-AB8A-D89B53D4C997}" srcOrd="1" destOrd="0" presId="urn:microsoft.com/office/officeart/2005/8/layout/process2"/>
    <dgm:cxn modelId="{A6BC4F43-CB56-4684-8EC6-B8F3D7CB965A}" type="presOf" srcId="{625F0CD2-56D3-4F38-B45F-A2021BD4A642}" destId="{25C58385-2727-448E-8CD2-16E0BDC2AB30}" srcOrd="0" destOrd="0" presId="urn:microsoft.com/office/officeart/2005/8/layout/process2"/>
    <dgm:cxn modelId="{0DBC8D44-B8D0-4DD9-A9CF-9483190E8154}" type="presOf" srcId="{D2B2E0F1-283D-41E7-8A62-27449146977B}" destId="{74835C65-09FF-46DC-9F26-BC4FA4CB719C}" srcOrd="0" destOrd="0" presId="urn:microsoft.com/office/officeart/2005/8/layout/process2"/>
    <dgm:cxn modelId="{2B918B4A-5520-4440-A7D7-8111D630A2C5}" type="presOf" srcId="{D7D95F8F-2164-453A-B7CF-60E9AB25E625}" destId="{013ACDED-A685-4DEF-B622-8857CC51ABAE}" srcOrd="0" destOrd="0" presId="urn:microsoft.com/office/officeart/2005/8/layout/process2"/>
    <dgm:cxn modelId="{F43DDF4A-B969-4063-9C6D-70557185916E}" type="presOf" srcId="{402EA8DC-7417-49AD-96F0-CBFC5E43EE95}" destId="{1BF75C86-7780-4163-A913-1E3ACDA7961F}" srcOrd="1" destOrd="0" presId="urn:microsoft.com/office/officeart/2005/8/layout/process2"/>
    <dgm:cxn modelId="{CCC34486-4471-400E-86EA-34770008556F}" type="presOf" srcId="{A21CB361-0C9B-40ED-9427-994B2B2AE66C}" destId="{50BBE7A4-907A-4101-9F38-A91F4C8184B6}" srcOrd="0" destOrd="0" presId="urn:microsoft.com/office/officeart/2005/8/layout/process2"/>
    <dgm:cxn modelId="{4558FC87-A3E6-4354-BCB8-02684A648370}" type="presOf" srcId="{402EA8DC-7417-49AD-96F0-CBFC5E43EE95}" destId="{06970D8F-65B6-41FC-9F8A-23AFA0BB665E}" srcOrd="0" destOrd="0" presId="urn:microsoft.com/office/officeart/2005/8/layout/process2"/>
    <dgm:cxn modelId="{A1C79488-F7A5-4090-B7B3-A1CCB15E0B13}" type="presOf" srcId="{AE286194-D99D-4740-B4C6-19F02B8FA83D}" destId="{FFC1E22F-4DBC-4478-AAE7-70C1E4735E9C}" srcOrd="0" destOrd="0" presId="urn:microsoft.com/office/officeart/2005/8/layout/process2"/>
    <dgm:cxn modelId="{BC39D88A-9B8C-4B32-9062-1E995B3C3CC2}" type="presOf" srcId="{4F4CB3CA-61E7-4939-B811-04E88497CC01}" destId="{0661219A-5EFE-4955-9B98-F2297660F94D}" srcOrd="0" destOrd="0" presId="urn:microsoft.com/office/officeart/2005/8/layout/process2"/>
    <dgm:cxn modelId="{A911E08F-96B2-4676-86D5-5E0F8EA60908}" type="presOf" srcId="{4F4CB3CA-61E7-4939-B811-04E88497CC01}" destId="{CAA22718-C3DA-42E7-94D2-DC886376032F}" srcOrd="1" destOrd="0" presId="urn:microsoft.com/office/officeart/2005/8/layout/process2"/>
    <dgm:cxn modelId="{8D26A995-4A11-486D-A143-EF25F3EA8097}" type="presOf" srcId="{468D267F-3D42-498A-A430-0A045432DF80}" destId="{CC0CDCA5-8243-4E91-8273-78CB8E61AA7B}" srcOrd="0" destOrd="0" presId="urn:microsoft.com/office/officeart/2005/8/layout/process2"/>
    <dgm:cxn modelId="{1933E398-C739-4AB7-9278-6BA56E826192}" srcId="{D7D95F8F-2164-453A-B7CF-60E9AB25E625}" destId="{D2B2E0F1-283D-41E7-8A62-27449146977B}" srcOrd="1" destOrd="0" parTransId="{3DE4179B-030D-4BA1-9676-082193EE837C}" sibTransId="{AE286194-D99D-4740-B4C6-19F02B8FA83D}"/>
    <dgm:cxn modelId="{29F002AD-F66B-4EEA-A99D-FAFA38B45143}" type="presOf" srcId="{530E7F11-A06B-4785-9357-8D0DD4306F90}" destId="{5449D7B2-25B2-43B4-866D-0633F9268096}" srcOrd="0" destOrd="0" presId="urn:microsoft.com/office/officeart/2005/8/layout/process2"/>
    <dgm:cxn modelId="{A86216C2-0FAB-4A14-A295-CF1E74EF12C8}" srcId="{D7D95F8F-2164-453A-B7CF-60E9AB25E625}" destId="{A21CB361-0C9B-40ED-9427-994B2B2AE66C}" srcOrd="2" destOrd="0" parTransId="{1AC6A148-0492-400A-8F80-5FC8B4BA88D8}" sibTransId="{FB506A86-3030-4500-8CE6-44B6E35E4B17}"/>
    <dgm:cxn modelId="{AB04E5D8-8F0A-4871-9AED-3D48CBD941A9}" srcId="{D7D95F8F-2164-453A-B7CF-60E9AB25E625}" destId="{530E7F11-A06B-4785-9357-8D0DD4306F90}" srcOrd="4" destOrd="0" parTransId="{8C0B0EB0-A1BE-4A7F-B47D-B9DC0D93C406}" sibTransId="{4F4CB3CA-61E7-4939-B811-04E88497CC01}"/>
    <dgm:cxn modelId="{E78F42E3-B5EA-401B-A8EA-D5A13C252636}" type="presOf" srcId="{AE286194-D99D-4740-B4C6-19F02B8FA83D}" destId="{F5825AF0-A1B2-45EC-BD74-CC5B7379A7C0}" srcOrd="1" destOrd="0" presId="urn:microsoft.com/office/officeart/2005/8/layout/process2"/>
    <dgm:cxn modelId="{FBC493EE-BD67-4A8C-8931-C3222DBBCEA3}" srcId="{D7D95F8F-2164-453A-B7CF-60E9AB25E625}" destId="{625F0CD2-56D3-4F38-B45F-A2021BD4A642}" srcOrd="0" destOrd="0" parTransId="{754F11A7-A216-4C3A-BB60-9513583EBCAC}" sibTransId="{402EA8DC-7417-49AD-96F0-CBFC5E43EE95}"/>
    <dgm:cxn modelId="{56AB1CF4-8A54-4200-BF06-C43C98B1718D}" type="presOf" srcId="{A9A0D49D-21BE-4140-9184-838FE31A7BF2}" destId="{660D2B64-E72F-4FE2-A094-807250FF554B}" srcOrd="0" destOrd="0" presId="urn:microsoft.com/office/officeart/2005/8/layout/process2"/>
    <dgm:cxn modelId="{3E8992F6-DA92-42D3-9E4C-504C977C1E8A}" srcId="{D7D95F8F-2164-453A-B7CF-60E9AB25E625}" destId="{A9A0D49D-21BE-4140-9184-838FE31A7BF2}" srcOrd="5" destOrd="0" parTransId="{58FC046A-788C-4A92-BDBE-68AF5339AE3E}" sibTransId="{642D4651-6AEC-42A7-8042-FE5BC133E975}"/>
    <dgm:cxn modelId="{84C66178-9E08-42D3-9F17-15BE320160BF}" type="presParOf" srcId="{013ACDED-A685-4DEF-B622-8857CC51ABAE}" destId="{25C58385-2727-448E-8CD2-16E0BDC2AB30}" srcOrd="0" destOrd="0" presId="urn:microsoft.com/office/officeart/2005/8/layout/process2"/>
    <dgm:cxn modelId="{30CCD3A9-BC05-43BB-B3C9-79B9423F1B93}" type="presParOf" srcId="{013ACDED-A685-4DEF-B622-8857CC51ABAE}" destId="{06970D8F-65B6-41FC-9F8A-23AFA0BB665E}" srcOrd="1" destOrd="0" presId="urn:microsoft.com/office/officeart/2005/8/layout/process2"/>
    <dgm:cxn modelId="{D9BAFF10-49E9-4272-A139-9E4C4A3400C7}" type="presParOf" srcId="{06970D8F-65B6-41FC-9F8A-23AFA0BB665E}" destId="{1BF75C86-7780-4163-A913-1E3ACDA7961F}" srcOrd="0" destOrd="0" presId="urn:microsoft.com/office/officeart/2005/8/layout/process2"/>
    <dgm:cxn modelId="{3E12FD3B-53B4-4E69-ABF3-D70F19DBC439}" type="presParOf" srcId="{013ACDED-A685-4DEF-B622-8857CC51ABAE}" destId="{74835C65-09FF-46DC-9F26-BC4FA4CB719C}" srcOrd="2" destOrd="0" presId="urn:microsoft.com/office/officeart/2005/8/layout/process2"/>
    <dgm:cxn modelId="{D40CCB52-2743-45B3-8A57-86B79F16D34F}" type="presParOf" srcId="{013ACDED-A685-4DEF-B622-8857CC51ABAE}" destId="{FFC1E22F-4DBC-4478-AAE7-70C1E4735E9C}" srcOrd="3" destOrd="0" presId="urn:microsoft.com/office/officeart/2005/8/layout/process2"/>
    <dgm:cxn modelId="{B432CB87-7A00-4DFE-9D6C-DB07541D126A}" type="presParOf" srcId="{FFC1E22F-4DBC-4478-AAE7-70C1E4735E9C}" destId="{F5825AF0-A1B2-45EC-BD74-CC5B7379A7C0}" srcOrd="0" destOrd="0" presId="urn:microsoft.com/office/officeart/2005/8/layout/process2"/>
    <dgm:cxn modelId="{9621908E-DFDB-4E32-84A5-1407841C43B0}" type="presParOf" srcId="{013ACDED-A685-4DEF-B622-8857CC51ABAE}" destId="{50BBE7A4-907A-4101-9F38-A91F4C8184B6}" srcOrd="4" destOrd="0" presId="urn:microsoft.com/office/officeart/2005/8/layout/process2"/>
    <dgm:cxn modelId="{98129EE8-DEEA-48F8-9C9F-5102704CE04E}" type="presParOf" srcId="{013ACDED-A685-4DEF-B622-8857CC51ABAE}" destId="{59CF3E79-08EE-442D-87F8-6E61007C6795}" srcOrd="5" destOrd="0" presId="urn:microsoft.com/office/officeart/2005/8/layout/process2"/>
    <dgm:cxn modelId="{4DA0C1D1-59F3-4986-8D19-77A31EAC6992}" type="presParOf" srcId="{59CF3E79-08EE-442D-87F8-6E61007C6795}" destId="{43354DDF-407F-43F0-8F6E-941ECF9D0D6B}" srcOrd="0" destOrd="0" presId="urn:microsoft.com/office/officeart/2005/8/layout/process2"/>
    <dgm:cxn modelId="{3FA942C0-5949-4353-9D60-D77204AB5E9B}" type="presParOf" srcId="{013ACDED-A685-4DEF-B622-8857CC51ABAE}" destId="{CC0CDCA5-8243-4E91-8273-78CB8E61AA7B}" srcOrd="6" destOrd="0" presId="urn:microsoft.com/office/officeart/2005/8/layout/process2"/>
    <dgm:cxn modelId="{BFDA60EF-E870-4E6F-A7CD-6FA417728799}" type="presParOf" srcId="{013ACDED-A685-4DEF-B622-8857CC51ABAE}" destId="{EEB31DB8-F7DC-481D-95AF-2233BFD01C04}" srcOrd="7" destOrd="0" presId="urn:microsoft.com/office/officeart/2005/8/layout/process2"/>
    <dgm:cxn modelId="{A3222E7B-A6C4-44F8-AA4A-644D6CF3B854}" type="presParOf" srcId="{EEB31DB8-F7DC-481D-95AF-2233BFD01C04}" destId="{345C9B5E-5D2C-42C6-AB8A-D89B53D4C997}" srcOrd="0" destOrd="0" presId="urn:microsoft.com/office/officeart/2005/8/layout/process2"/>
    <dgm:cxn modelId="{D5682C85-0E1E-454E-BC0B-05F2501348BA}" type="presParOf" srcId="{013ACDED-A685-4DEF-B622-8857CC51ABAE}" destId="{5449D7B2-25B2-43B4-866D-0633F9268096}" srcOrd="8" destOrd="0" presId="urn:microsoft.com/office/officeart/2005/8/layout/process2"/>
    <dgm:cxn modelId="{402E13B9-07BE-42C7-AA03-19DCA6A0F4E4}" type="presParOf" srcId="{013ACDED-A685-4DEF-B622-8857CC51ABAE}" destId="{0661219A-5EFE-4955-9B98-F2297660F94D}" srcOrd="9" destOrd="0" presId="urn:microsoft.com/office/officeart/2005/8/layout/process2"/>
    <dgm:cxn modelId="{E8F7E23E-F33F-4112-B7C2-1F632C0C029E}" type="presParOf" srcId="{0661219A-5EFE-4955-9B98-F2297660F94D}" destId="{CAA22718-C3DA-42E7-94D2-DC886376032F}" srcOrd="0" destOrd="0" presId="urn:microsoft.com/office/officeart/2005/8/layout/process2"/>
    <dgm:cxn modelId="{EBDDF940-6664-4A6D-91F1-AF98A655399B}" type="presParOf" srcId="{013ACDED-A685-4DEF-B622-8857CC51ABAE}" destId="{660D2B64-E72F-4FE2-A094-807250FF554B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C58385-2727-448E-8CD2-16E0BDC2AB30}">
      <dsp:nvSpPr>
        <dsp:cNvPr id="0" name=""/>
        <dsp:cNvSpPr/>
      </dsp:nvSpPr>
      <dsp:spPr>
        <a:xfrm>
          <a:off x="3947021" y="2657"/>
          <a:ext cx="3072130" cy="78748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 err="1"/>
            <a:t>unsloth</a:t>
          </a:r>
          <a:r>
            <a:rPr lang="en-IN" sz="1700" kern="1200" dirty="0"/>
            <a:t>/Qwen2.5-3B-Instruct</a:t>
          </a:r>
        </a:p>
      </dsp:txBody>
      <dsp:txXfrm>
        <a:off x="3970086" y="25722"/>
        <a:ext cx="3026000" cy="741359"/>
      </dsp:txXfrm>
    </dsp:sp>
    <dsp:sp modelId="{06970D8F-65B6-41FC-9F8A-23AFA0BB665E}">
      <dsp:nvSpPr>
        <dsp:cNvPr id="0" name=""/>
        <dsp:cNvSpPr/>
      </dsp:nvSpPr>
      <dsp:spPr>
        <a:xfrm rot="5400000">
          <a:off x="5335432" y="809834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839365"/>
        <a:ext cx="212622" cy="206716"/>
      </dsp:txXfrm>
    </dsp:sp>
    <dsp:sp modelId="{74835C65-09FF-46DC-9F26-BC4FA4CB719C}">
      <dsp:nvSpPr>
        <dsp:cNvPr id="0" name=""/>
        <dsp:cNvSpPr/>
      </dsp:nvSpPr>
      <dsp:spPr>
        <a:xfrm>
          <a:off x="3947021" y="1183891"/>
          <a:ext cx="3072130" cy="78748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Parameter efficient Fine Tuning (PEFT) on Kaggle notebook</a:t>
          </a:r>
          <a:endParaRPr lang="en-IN" sz="1700" kern="1200" dirty="0"/>
        </a:p>
      </dsp:txBody>
      <dsp:txXfrm>
        <a:off x="3970086" y="1206956"/>
        <a:ext cx="3026000" cy="741359"/>
      </dsp:txXfrm>
    </dsp:sp>
    <dsp:sp modelId="{FFC1E22F-4DBC-4478-AAE7-70C1E4735E9C}">
      <dsp:nvSpPr>
        <dsp:cNvPr id="0" name=""/>
        <dsp:cNvSpPr/>
      </dsp:nvSpPr>
      <dsp:spPr>
        <a:xfrm rot="5400000">
          <a:off x="5335432" y="1991068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2020599"/>
        <a:ext cx="212622" cy="206716"/>
      </dsp:txXfrm>
    </dsp:sp>
    <dsp:sp modelId="{50BBE7A4-907A-4101-9F38-A91F4C8184B6}">
      <dsp:nvSpPr>
        <dsp:cNvPr id="0" name=""/>
        <dsp:cNvSpPr/>
      </dsp:nvSpPr>
      <dsp:spPr>
        <a:xfrm>
          <a:off x="3947021" y="2365125"/>
          <a:ext cx="3072130" cy="78748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Upload GGUF to Hugging Face from Kaggle notebook</a:t>
          </a:r>
          <a:endParaRPr lang="en-IN" sz="1700" kern="1200" dirty="0"/>
        </a:p>
      </dsp:txBody>
      <dsp:txXfrm>
        <a:off x="3970086" y="2388190"/>
        <a:ext cx="3026000" cy="741359"/>
      </dsp:txXfrm>
    </dsp:sp>
    <dsp:sp modelId="{59CF3E79-08EE-442D-87F8-6E61007C6795}">
      <dsp:nvSpPr>
        <dsp:cNvPr id="0" name=""/>
        <dsp:cNvSpPr/>
      </dsp:nvSpPr>
      <dsp:spPr>
        <a:xfrm rot="5400000">
          <a:off x="5335432" y="3172301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3201832"/>
        <a:ext cx="212622" cy="206716"/>
      </dsp:txXfrm>
    </dsp:sp>
    <dsp:sp modelId="{CC0CDCA5-8243-4E91-8273-78CB8E61AA7B}">
      <dsp:nvSpPr>
        <dsp:cNvPr id="0" name=""/>
        <dsp:cNvSpPr/>
      </dsp:nvSpPr>
      <dsp:spPr>
        <a:xfrm>
          <a:off x="3947021" y="3546359"/>
          <a:ext cx="3072130" cy="78748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Download GGUF to local Windows WSL2</a:t>
          </a:r>
          <a:endParaRPr lang="en-IN" sz="1700" kern="1200" dirty="0"/>
        </a:p>
      </dsp:txBody>
      <dsp:txXfrm>
        <a:off x="3970086" y="3569424"/>
        <a:ext cx="3026000" cy="741359"/>
      </dsp:txXfrm>
    </dsp:sp>
    <dsp:sp modelId="{EEB31DB8-F7DC-481D-95AF-2233BFD01C04}">
      <dsp:nvSpPr>
        <dsp:cNvPr id="0" name=""/>
        <dsp:cNvSpPr/>
      </dsp:nvSpPr>
      <dsp:spPr>
        <a:xfrm rot="5400000">
          <a:off x="5335432" y="4353535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4383066"/>
        <a:ext cx="212622" cy="206716"/>
      </dsp:txXfrm>
    </dsp:sp>
    <dsp:sp modelId="{5449D7B2-25B2-43B4-866D-0633F9268096}">
      <dsp:nvSpPr>
        <dsp:cNvPr id="0" name=""/>
        <dsp:cNvSpPr/>
      </dsp:nvSpPr>
      <dsp:spPr>
        <a:xfrm>
          <a:off x="3947021" y="4727593"/>
          <a:ext cx="3072130" cy="78748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Update local </a:t>
          </a:r>
          <a:r>
            <a:rPr lang="en-US" sz="1700" kern="1200" dirty="0" err="1"/>
            <a:t>Ollama</a:t>
          </a:r>
          <a:r>
            <a:rPr lang="en-US" sz="1700" kern="1200" dirty="0"/>
            <a:t> + </a:t>
          </a:r>
          <a:r>
            <a:rPr lang="en-US" sz="1700" kern="1200" dirty="0" err="1"/>
            <a:t>Openclaw</a:t>
          </a:r>
          <a:r>
            <a:rPr lang="en-US" sz="1700" kern="1200" dirty="0"/>
            <a:t> setup</a:t>
          </a:r>
          <a:endParaRPr lang="en-IN" sz="1700" kern="1200" dirty="0"/>
        </a:p>
      </dsp:txBody>
      <dsp:txXfrm>
        <a:off x="3970086" y="4750658"/>
        <a:ext cx="3026000" cy="741359"/>
      </dsp:txXfrm>
    </dsp:sp>
    <dsp:sp modelId="{0661219A-5EFE-4955-9B98-F2297660F94D}">
      <dsp:nvSpPr>
        <dsp:cNvPr id="0" name=""/>
        <dsp:cNvSpPr/>
      </dsp:nvSpPr>
      <dsp:spPr>
        <a:xfrm rot="5400000">
          <a:off x="5335432" y="5534769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5564300"/>
        <a:ext cx="212622" cy="206716"/>
      </dsp:txXfrm>
    </dsp:sp>
    <dsp:sp modelId="{660D2B64-E72F-4FE2-A094-807250FF554B}">
      <dsp:nvSpPr>
        <dsp:cNvPr id="0" name=""/>
        <dsp:cNvSpPr/>
      </dsp:nvSpPr>
      <dsp:spPr>
        <a:xfrm>
          <a:off x="3947021" y="5908827"/>
          <a:ext cx="3072130" cy="78748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Run </a:t>
          </a:r>
          <a:r>
            <a:rPr lang="en-US" sz="1700" kern="1200" dirty="0" err="1"/>
            <a:t>Openclaw</a:t>
          </a:r>
          <a:r>
            <a:rPr lang="en-US" sz="1700" kern="1200" dirty="0"/>
            <a:t> Agentic Task with fine tuned LLM</a:t>
          </a:r>
          <a:endParaRPr lang="en-IN" sz="1700" kern="1200" dirty="0"/>
        </a:p>
      </dsp:txBody>
      <dsp:txXfrm>
        <a:off x="3970086" y="5931892"/>
        <a:ext cx="3026000" cy="7413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F1B10-8914-51EB-5F14-658AE12F5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12D00-2027-9845-F9D6-0397325552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0CBE31-B1C4-3332-27F2-AFB0CA6D5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0488E-95A0-A1B0-B60E-84E6C4414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1C91A-A8DD-95D0-07B1-D90D1ABF9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6137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0DF2-EE92-DC29-F0DB-F4CDCFA96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1B587-10D5-EEA4-2E3D-EAE08D05B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D32F9-03E6-742F-F7C3-5242900A7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5A7A6-FC2E-CFCD-2624-BB2DB9CE2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D4974-834B-64D0-5320-296E77153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5551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87803-9271-B19C-D304-1597C0BED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331F3-654D-9C41-187D-DC279E86D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6E10F-7F3A-7CAE-282C-D92504D4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626E2F-4B55-A92C-5478-864C7BF92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ECB85-DCAE-8AD4-C593-AF0E4C08C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160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95A4B-B83B-5A0A-B524-B60E3C956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C4D95-3F2B-A494-628E-9BD1A17207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F3057-848F-8CD7-1593-F216C82688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6DD99-B680-0D27-9DE9-DAFD424CB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6CBD4-F4D4-641A-CC56-D48A3810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1A0B51-977B-2BE9-E2B9-20A16B2AD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2851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98C39-E2C0-407F-B61F-1CFDC078C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5CDBF5-C1D0-5EB6-E3CD-1315B62124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85E359-A801-FE80-FD66-82C8EE6031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CCB127-97EF-B9E3-4319-140CB829DA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006C46-099D-FC5C-03B2-196FEB08B6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1D236C-583E-3741-15EE-F23E6F66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7407B6-7B84-44C8-713C-A7787E914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5C9BB-F67D-0D08-1A7F-CF6941909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3654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8C4B3-705C-E3DE-EE9E-1673E4EF0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A6E056-FC01-B02E-EDA2-DA38D6091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5206D6-4290-3F17-3541-5509D2187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D06B7-76C0-FE58-993F-74CE4A909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713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4E590B-741B-290D-4923-9C1A6E1B6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2683B-99AB-D41B-96B8-3E31C261C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6C73C-4456-62F3-03A3-4E7F97358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2225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76CCB-A4BD-96A8-08CE-7FC954C7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63F01-2429-0059-C690-D433778D4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4DA83-2249-591C-2E8A-A823EB885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D74955-0C23-32C5-696F-0EE8C221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3AF9A7-39EE-33BA-8DF6-4A4D2E5B5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F17DD-1387-EBFE-8D08-76241EB5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323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24575-C02A-F8F3-5803-9535E47B9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798902-7102-CBEB-BEA7-75FC1F3782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D00873-395D-F7B7-0B48-D28FA0EEE6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A5464-E884-890F-867F-EAEB275DF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E3671-26BC-6E9A-BAC5-B38E71F91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84061-9A20-3A51-0AC1-8C8FDA64F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727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5B307-AEE3-EACE-F750-CA7E6F534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BAF44-4E84-796B-65E1-FBD417D23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CC258A-AFF3-73B3-1F9F-2C5270E0C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A2E2-C75F-26C5-FB9D-02830D749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A4469-A785-40CA-4C0D-7CD63BF83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935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F3F6D5-0F6A-5CB0-D1A9-9ED09D70A4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24113-0842-C93C-4153-3E524FC8C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38449-8AD1-5C21-C72F-B056A2DE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D0C7-A385-A62E-7CF7-D4DE8296B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3316-ECD1-6249-C1D7-2B94B4E1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5525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A433EE-B9EF-DBC8-C23E-C241C5C21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E18FD-9D33-78D9-928E-213391DB9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580B3-1469-8D95-B60E-42D3223F80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77D13-3B60-8AD6-500D-A81D43E13E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1647C-2758-9BC9-D569-8867CF648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45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356EE52-4E1B-1DF4-67BC-D255D751DA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21074"/>
              </p:ext>
            </p:extLst>
          </p:nvPr>
        </p:nvGraphicFramePr>
        <p:xfrm>
          <a:off x="92765" y="112644"/>
          <a:ext cx="10966173" cy="66989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0044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41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Kunal Ghosh</dc:creator>
  <cp:lastModifiedBy>Kunal Ghosh</cp:lastModifiedBy>
  <cp:revision>1</cp:revision>
  <dcterms:created xsi:type="dcterms:W3CDTF">2026-03-23T04:59:58Z</dcterms:created>
  <dcterms:modified xsi:type="dcterms:W3CDTF">2026-03-23T05:07:55Z</dcterms:modified>
</cp:coreProperties>
</file>