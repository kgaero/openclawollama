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56" r:id="rId6"/>
    <p:sldId id="323" r:id="rId7"/>
    <p:sldId id="325" r:id="rId8"/>
    <p:sldId id="326" r:id="rId9"/>
    <p:sldId id="327" r:id="rId10"/>
    <p:sldId id="328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C9D2"/>
    <a:srgbClr val="CC8D00"/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E2295-DD75-12CF-0BAB-7538DAFB2644}" v="21" dt="2025-02-04T03:45:00.339"/>
    <p1510:client id="{622F45C2-AC2B-544D-6491-384DB0BCA4CA}" v="9" dt="2025-02-04T04:59:56.840"/>
    <p1510:client id="{DE676327-F9FD-362A-A133-700643FAFC5B}" v="5" dt="2025-02-02T16:32:13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787" autoAdjust="0"/>
  </p:normalViewPr>
  <p:slideViewPr>
    <p:cSldViewPr snapToGrid="0">
      <p:cViewPr varScale="1">
        <p:scale>
          <a:sx n="75" d="100"/>
          <a:sy n="75" d="100"/>
        </p:scale>
        <p:origin x="1108" y="48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stin Watson" userId="S::watso364@purdue.edu::31d1fcba-90a4-421b-a347-1a85e1eed54a" providerId="AD" clId="Web-{F3929229-4A2D-2374-FA10-07A4EB0F90A3}"/>
    <pc:docChg chg="modSld">
      <pc:chgData name="Austin Watson" userId="S::watso364@purdue.edu::31d1fcba-90a4-421b-a347-1a85e1eed54a" providerId="AD" clId="Web-{F3929229-4A2D-2374-FA10-07A4EB0F90A3}" dt="2025-01-30T20:04:58.064" v="74"/>
      <pc:docMkLst>
        <pc:docMk/>
      </pc:docMkLst>
      <pc:sldChg chg="modTransition delAnim modAnim modNotes">
        <pc:chgData name="Austin Watson" userId="S::watso364@purdue.edu::31d1fcba-90a4-421b-a347-1a85e1eed54a" providerId="AD" clId="Web-{F3929229-4A2D-2374-FA10-07A4EB0F90A3}" dt="2025-01-30T20:04:58.064" v="74"/>
        <pc:sldMkLst>
          <pc:docMk/>
          <pc:sldMk cId="3035040294" sldId="256"/>
        </pc:sldMkLst>
      </pc:sldChg>
      <pc:sldChg chg="modTransition modNotes">
        <pc:chgData name="Austin Watson" userId="S::watso364@purdue.edu::31d1fcba-90a4-421b-a347-1a85e1eed54a" providerId="AD" clId="Web-{F3929229-4A2D-2374-FA10-07A4EB0F90A3}" dt="2025-01-30T20:04:56.595" v="73"/>
        <pc:sldMkLst>
          <pc:docMk/>
          <pc:sldMk cId="4154997097" sldId="267"/>
        </pc:sldMkLst>
      </pc:sldChg>
      <pc:sldChg chg="modTransition delAnim">
        <pc:chgData name="Austin Watson" userId="S::watso364@purdue.edu::31d1fcba-90a4-421b-a347-1a85e1eed54a" providerId="AD" clId="Web-{F3929229-4A2D-2374-FA10-07A4EB0F90A3}" dt="2025-01-30T20:04:52.907" v="72"/>
        <pc:sldMkLst>
          <pc:docMk/>
          <pc:sldMk cId="3276290463" sldId="311"/>
        </pc:sldMkLst>
      </pc:sldChg>
      <pc:sldChg chg="delAnim">
        <pc:chgData name="Austin Watson" userId="S::watso364@purdue.edu::31d1fcba-90a4-421b-a347-1a85e1eed54a" providerId="AD" clId="Web-{F3929229-4A2D-2374-FA10-07A4EB0F90A3}" dt="2025-01-30T20:03:54.952" v="71"/>
        <pc:sldMkLst>
          <pc:docMk/>
          <pc:sldMk cId="1680556081" sldId="322"/>
        </pc:sldMkLst>
      </pc:sldChg>
    </pc:docChg>
  </pc:docChgLst>
  <pc:docChgLst>
    <pc:chgData name="Onur Dincol" userId="S::odincol@purdue.edu::4aac5b7b-0dac-4838-9f19-2be492a945fe" providerId="AD" clId="Web-{59987D77-52A1-A403-E04D-1ED9BC3F9DBA}"/>
    <pc:docChg chg="modSld">
      <pc:chgData name="Onur Dincol" userId="S::odincol@purdue.edu::4aac5b7b-0dac-4838-9f19-2be492a945fe" providerId="AD" clId="Web-{59987D77-52A1-A403-E04D-1ED9BC3F9DBA}" dt="2025-01-29T04:29:47.562" v="100" actId="20577"/>
      <pc:docMkLst>
        <pc:docMk/>
      </pc:docMkLst>
      <pc:sldChg chg="modSp">
        <pc:chgData name="Onur Dincol" userId="S::odincol@purdue.edu::4aac5b7b-0dac-4838-9f19-2be492a945fe" providerId="AD" clId="Web-{59987D77-52A1-A403-E04D-1ED9BC3F9DBA}" dt="2025-01-29T04:29:47.562" v="100" actId="20577"/>
        <pc:sldMkLst>
          <pc:docMk/>
          <pc:sldMk cId="3276290463" sldId="311"/>
        </pc:sldMkLst>
        <pc:spChg chg="mod">
          <ac:chgData name="Onur Dincol" userId="S::odincol@purdue.edu::4aac5b7b-0dac-4838-9f19-2be492a945fe" providerId="AD" clId="Web-{59987D77-52A1-A403-E04D-1ED9BC3F9DBA}" dt="2025-01-29T04:29:47.562" v="100" actId="20577"/>
          <ac:spMkLst>
            <pc:docMk/>
            <pc:sldMk cId="3276290463" sldId="311"/>
            <ac:spMk id="3" creationId="{E6B6621C-6433-03E2-4816-BFEED311D5F0}"/>
          </ac:spMkLst>
        </pc:spChg>
      </pc:sldChg>
    </pc:docChg>
  </pc:docChgLst>
  <pc:docChgLst>
    <pc:chgData name="Okechukwu Nduka" userId="S::onduka@purdue.edu::761591c5-9709-4555-bbd4-86467b2e6d37" providerId="AD" clId="Web-{DE676327-F9FD-362A-A133-700643FAFC5B}"/>
    <pc:docChg chg="modSld">
      <pc:chgData name="Okechukwu Nduka" userId="S::onduka@purdue.edu::761591c5-9709-4555-bbd4-86467b2e6d37" providerId="AD" clId="Web-{DE676327-F9FD-362A-A133-700643FAFC5B}" dt="2025-02-02T16:32:13.742" v="4" actId="20577"/>
      <pc:docMkLst>
        <pc:docMk/>
      </pc:docMkLst>
      <pc:sldChg chg="modSp">
        <pc:chgData name="Okechukwu Nduka" userId="S::onduka@purdue.edu::761591c5-9709-4555-bbd4-86467b2e6d37" providerId="AD" clId="Web-{DE676327-F9FD-362A-A133-700643FAFC5B}" dt="2025-02-02T16:32:13.742" v="4" actId="20577"/>
        <pc:sldMkLst>
          <pc:docMk/>
          <pc:sldMk cId="1091338601" sldId="313"/>
        </pc:sldMkLst>
        <pc:spChg chg="mod">
          <ac:chgData name="Okechukwu Nduka" userId="S::onduka@purdue.edu::761591c5-9709-4555-bbd4-86467b2e6d37" providerId="AD" clId="Web-{DE676327-F9FD-362A-A133-700643FAFC5B}" dt="2025-02-02T16:32:13.742" v="4" actId="20577"/>
          <ac:spMkLst>
            <pc:docMk/>
            <pc:sldMk cId="1091338601" sldId="313"/>
            <ac:spMk id="5" creationId="{1F20F036-0F88-A549-6E05-B226D035A5B6}"/>
          </ac:spMkLst>
        </pc:spChg>
      </pc:sldChg>
    </pc:docChg>
  </pc:docChgLst>
  <pc:docChgLst>
    <pc:chgData name="Hurt, Andrew C" userId="20c380bd-3ce1-483f-8848-94c3594d3cf1" providerId="ADAL" clId="{3495807D-E425-4957-81DC-9907B540ED9A}"/>
    <pc:docChg chg="custSel modSld">
      <pc:chgData name="Hurt, Andrew C" userId="20c380bd-3ce1-483f-8848-94c3594d3cf1" providerId="ADAL" clId="{3495807D-E425-4957-81DC-9907B540ED9A}" dt="2024-08-15T15:51:00.581" v="302"/>
      <pc:docMkLst>
        <pc:docMk/>
      </pc:docMkLst>
      <pc:sldChg chg="delSp mod delAnim">
        <pc:chgData name="Hurt, Andrew C" userId="20c380bd-3ce1-483f-8848-94c3594d3cf1" providerId="ADAL" clId="{3495807D-E425-4957-81DC-9907B540ED9A}" dt="2024-08-15T15:42:37.923" v="1" actId="478"/>
        <pc:sldMkLst>
          <pc:docMk/>
          <pc:sldMk cId="3035040294" sldId="256"/>
        </pc:sldMkLst>
      </pc:sldChg>
      <pc:sldChg chg="delSp modSp mod delAnim">
        <pc:chgData name="Hurt, Andrew C" userId="20c380bd-3ce1-483f-8848-94c3594d3cf1" providerId="ADAL" clId="{3495807D-E425-4957-81DC-9907B540ED9A}" dt="2024-08-15T15:46:41.223" v="80" actId="962"/>
        <pc:sldMkLst>
          <pc:docMk/>
          <pc:sldMk cId="2361594818" sldId="257"/>
        </pc:sldMkLst>
      </pc:sldChg>
      <pc:sldChg chg="delSp modSp mod delAnim">
        <pc:chgData name="Hurt, Andrew C" userId="20c380bd-3ce1-483f-8848-94c3594d3cf1" providerId="ADAL" clId="{3495807D-E425-4957-81DC-9907B540ED9A}" dt="2024-08-15T15:50:39.581" v="298"/>
        <pc:sldMkLst>
          <pc:docMk/>
          <pc:sldMk cId="3666090097" sldId="258"/>
        </pc:sldMkLst>
      </pc:sldChg>
      <pc:sldChg chg="delSp mod delAnim">
        <pc:chgData name="Hurt, Andrew C" userId="20c380bd-3ce1-483f-8848-94c3594d3cf1" providerId="ADAL" clId="{3495807D-E425-4957-81DC-9907B540ED9A}" dt="2024-08-15T15:43:23.842" v="15" actId="478"/>
        <pc:sldMkLst>
          <pc:docMk/>
          <pc:sldMk cId="932748493" sldId="259"/>
        </pc:sldMkLst>
      </pc:sldChg>
      <pc:sldChg chg="delSp mod delAnim">
        <pc:chgData name="Hurt, Andrew C" userId="20c380bd-3ce1-483f-8848-94c3594d3cf1" providerId="ADAL" clId="{3495807D-E425-4957-81DC-9907B540ED9A}" dt="2024-08-15T15:43:14.434" v="12" actId="478"/>
        <pc:sldMkLst>
          <pc:docMk/>
          <pc:sldMk cId="2870390396" sldId="260"/>
        </pc:sldMkLst>
      </pc:sldChg>
      <pc:sldChg chg="delSp mod delAnim">
        <pc:chgData name="Hurt, Andrew C" userId="20c380bd-3ce1-483f-8848-94c3594d3cf1" providerId="ADAL" clId="{3495807D-E425-4957-81DC-9907B540ED9A}" dt="2024-08-15T15:42:59.283" v="7" actId="478"/>
        <pc:sldMkLst>
          <pc:docMk/>
          <pc:sldMk cId="4010976476" sldId="262"/>
        </pc:sldMkLst>
      </pc:sldChg>
      <pc:sldChg chg="delSp mod delAnim">
        <pc:chgData name="Hurt, Andrew C" userId="20c380bd-3ce1-483f-8848-94c3594d3cf1" providerId="ADAL" clId="{3495807D-E425-4957-81DC-9907B540ED9A}" dt="2024-08-15T15:43:27.372" v="16" actId="478"/>
        <pc:sldMkLst>
          <pc:docMk/>
          <pc:sldMk cId="1119801829" sldId="266"/>
        </pc:sldMkLst>
      </pc:sldChg>
      <pc:sldChg chg="delSp mod delAnim">
        <pc:chgData name="Hurt, Andrew C" userId="20c380bd-3ce1-483f-8848-94c3594d3cf1" providerId="ADAL" clId="{3495807D-E425-4957-81DC-9907B540ED9A}" dt="2024-08-15T15:42:34.052" v="0" actId="478"/>
        <pc:sldMkLst>
          <pc:docMk/>
          <pc:sldMk cId="4154997097" sldId="267"/>
        </pc:sldMkLst>
      </pc:sldChg>
      <pc:sldChg chg="delSp modSp mod delAnim">
        <pc:chgData name="Hurt, Andrew C" userId="20c380bd-3ce1-483f-8848-94c3594d3cf1" providerId="ADAL" clId="{3495807D-E425-4957-81DC-9907B540ED9A}" dt="2024-08-15T15:46:46.361" v="100" actId="962"/>
        <pc:sldMkLst>
          <pc:docMk/>
          <pc:sldMk cId="4251855305" sldId="268"/>
        </pc:sldMkLst>
      </pc:sldChg>
      <pc:sldChg chg="delSp modSp mod delAnim">
        <pc:chgData name="Hurt, Andrew C" userId="20c380bd-3ce1-483f-8848-94c3594d3cf1" providerId="ADAL" clId="{3495807D-E425-4957-81DC-9907B540ED9A}" dt="2024-08-15T15:51:00.581" v="302"/>
        <pc:sldMkLst>
          <pc:docMk/>
          <pc:sldMk cId="1404612451" sldId="269"/>
        </pc:sldMkLst>
      </pc:sldChg>
      <pc:sldChg chg="delSp modSp mod delAnim">
        <pc:chgData name="Hurt, Andrew C" userId="20c380bd-3ce1-483f-8848-94c3594d3cf1" providerId="ADAL" clId="{3495807D-E425-4957-81DC-9907B540ED9A}" dt="2024-08-15T15:47:43.107" v="196" actId="962"/>
        <pc:sldMkLst>
          <pc:docMk/>
          <pc:sldMk cId="2396541706" sldId="270"/>
        </pc:sldMkLst>
      </pc:sldChg>
      <pc:sldChg chg="delSp modSp mod delAnim">
        <pc:chgData name="Hurt, Andrew C" userId="20c380bd-3ce1-483f-8848-94c3594d3cf1" providerId="ADAL" clId="{3495807D-E425-4957-81DC-9907B540ED9A}" dt="2024-08-15T15:48:02.373" v="220" actId="962"/>
        <pc:sldMkLst>
          <pc:docMk/>
          <pc:sldMk cId="790469898" sldId="273"/>
        </pc:sldMkLst>
      </pc:sldChg>
      <pc:sldChg chg="delSp mod delAnim">
        <pc:chgData name="Hurt, Andrew C" userId="20c380bd-3ce1-483f-8848-94c3594d3cf1" providerId="ADAL" clId="{3495807D-E425-4957-81DC-9907B540ED9A}" dt="2024-08-15T15:42:53.275" v="5" actId="478"/>
        <pc:sldMkLst>
          <pc:docMk/>
          <pc:sldMk cId="846219069" sldId="274"/>
        </pc:sldMkLst>
      </pc:sldChg>
      <pc:sldChg chg="delSp modSp mod delAnim">
        <pc:chgData name="Hurt, Andrew C" userId="20c380bd-3ce1-483f-8848-94c3594d3cf1" providerId="ADAL" clId="{3495807D-E425-4957-81DC-9907B540ED9A}" dt="2024-08-15T15:50:09.351" v="295" actId="12100"/>
        <pc:sldMkLst>
          <pc:docMk/>
          <pc:sldMk cId="3510770798" sldId="275"/>
        </pc:sldMkLst>
      </pc:sldChg>
      <pc:sldChg chg="delSp mod delAnim">
        <pc:chgData name="Hurt, Andrew C" userId="20c380bd-3ce1-483f-8848-94c3594d3cf1" providerId="ADAL" clId="{3495807D-E425-4957-81DC-9907B540ED9A}" dt="2024-08-15T15:43:33.372" v="18" actId="478"/>
        <pc:sldMkLst>
          <pc:docMk/>
          <pc:sldMk cId="2617692043" sldId="280"/>
        </pc:sldMkLst>
      </pc:sldChg>
      <pc:sldChg chg="delSp mod delAnim">
        <pc:chgData name="Hurt, Andrew C" userId="20c380bd-3ce1-483f-8848-94c3594d3cf1" providerId="ADAL" clId="{3495807D-E425-4957-81DC-9907B540ED9A}" dt="2024-08-15T15:43:05.803" v="9" actId="478"/>
        <pc:sldMkLst>
          <pc:docMk/>
          <pc:sldMk cId="2618194783" sldId="283"/>
        </pc:sldMkLst>
      </pc:sldChg>
      <pc:sldChg chg="delSp mod delAnim">
        <pc:chgData name="Hurt, Andrew C" userId="20c380bd-3ce1-483f-8848-94c3594d3cf1" providerId="ADAL" clId="{3495807D-E425-4957-81DC-9907B540ED9A}" dt="2024-08-15T15:43:20.539" v="14" actId="478"/>
        <pc:sldMkLst>
          <pc:docMk/>
          <pc:sldMk cId="344562826" sldId="295"/>
        </pc:sldMkLst>
      </pc:sldChg>
      <pc:sldChg chg="delSp modSp mod delAnim">
        <pc:chgData name="Hurt, Andrew C" userId="20c380bd-3ce1-483f-8848-94c3594d3cf1" providerId="ADAL" clId="{3495807D-E425-4957-81DC-9907B540ED9A}" dt="2024-08-15T15:46:35.062" v="60" actId="962"/>
        <pc:sldMkLst>
          <pc:docMk/>
          <pc:sldMk cId="2236811927" sldId="297"/>
        </pc:sldMkLst>
      </pc:sldChg>
      <pc:sldChg chg="delSp modSp mod delAnim">
        <pc:chgData name="Hurt, Andrew C" userId="20c380bd-3ce1-483f-8848-94c3594d3cf1" providerId="ADAL" clId="{3495807D-E425-4957-81DC-9907B540ED9A}" dt="2024-08-15T15:47:37.061" v="194" actId="962"/>
        <pc:sldMkLst>
          <pc:docMk/>
          <pc:sldMk cId="4250242302" sldId="298"/>
        </pc:sldMkLst>
      </pc:sldChg>
      <pc:sldChg chg="delSp modSp mod delAnim">
        <pc:chgData name="Hurt, Andrew C" userId="20c380bd-3ce1-483f-8848-94c3594d3cf1" providerId="ADAL" clId="{3495807D-E425-4957-81DC-9907B540ED9A}" dt="2024-08-15T15:50:24.581" v="296"/>
        <pc:sldMkLst>
          <pc:docMk/>
          <pc:sldMk cId="3491471171" sldId="300"/>
        </pc:sldMkLst>
      </pc:sldChg>
      <pc:sldChg chg="delSp modSp mod delAnim">
        <pc:chgData name="Hurt, Andrew C" userId="20c380bd-3ce1-483f-8848-94c3594d3cf1" providerId="ADAL" clId="{3495807D-E425-4957-81DC-9907B540ED9A}" dt="2024-08-15T15:50:45.791" v="299"/>
        <pc:sldMkLst>
          <pc:docMk/>
          <pc:sldMk cId="1787866221" sldId="302"/>
        </pc:sldMkLst>
      </pc:sldChg>
      <pc:sldChg chg="delSp modSp mod delAnim">
        <pc:chgData name="Hurt, Andrew C" userId="20c380bd-3ce1-483f-8848-94c3594d3cf1" providerId="ADAL" clId="{3495807D-E425-4957-81DC-9907B540ED9A}" dt="2024-08-15T15:50:50.471" v="300"/>
        <pc:sldMkLst>
          <pc:docMk/>
          <pc:sldMk cId="1363357115" sldId="304"/>
        </pc:sldMkLst>
      </pc:sldChg>
      <pc:sldChg chg="delSp modSp mod delAnim">
        <pc:chgData name="Hurt, Andrew C" userId="20c380bd-3ce1-483f-8848-94c3594d3cf1" providerId="ADAL" clId="{3495807D-E425-4957-81DC-9907B540ED9A}" dt="2024-08-15T15:48:39.995" v="294" actId="962"/>
        <pc:sldMkLst>
          <pc:docMk/>
          <pc:sldMk cId="867573655" sldId="305"/>
        </pc:sldMkLst>
      </pc:sldChg>
      <pc:sldChg chg="delSp mod delAnim">
        <pc:chgData name="Hurt, Andrew C" userId="20c380bd-3ce1-483f-8848-94c3594d3cf1" providerId="ADAL" clId="{3495807D-E425-4957-81DC-9907B540ED9A}" dt="2024-08-15T15:43:35.548" v="19" actId="478"/>
        <pc:sldMkLst>
          <pc:docMk/>
          <pc:sldMk cId="206645986" sldId="306"/>
        </pc:sldMkLst>
      </pc:sldChg>
    </pc:docChg>
  </pc:docChgLst>
  <pc:docChgLst>
    <pc:chgData name="Okechukwu Nduka" userId="S::onduka@purdue.edu::761591c5-9709-4555-bbd4-86467b2e6d37" providerId="AD" clId="Web-{85C636F7-A9E9-8FB5-1461-87593F2C39C5}"/>
    <pc:docChg chg="modSld">
      <pc:chgData name="Okechukwu Nduka" userId="S::onduka@purdue.edu::761591c5-9709-4555-bbd4-86467b2e6d37" providerId="AD" clId="Web-{85C636F7-A9E9-8FB5-1461-87593F2C39C5}" dt="2025-01-28T03:44:48.311" v="7"/>
      <pc:docMkLst>
        <pc:docMk/>
      </pc:docMkLst>
      <pc:sldChg chg="modSp">
        <pc:chgData name="Okechukwu Nduka" userId="S::onduka@purdue.edu::761591c5-9709-4555-bbd4-86467b2e6d37" providerId="AD" clId="Web-{85C636F7-A9E9-8FB5-1461-87593F2C39C5}" dt="2025-01-28T03:44:48.311" v="7"/>
        <pc:sldMkLst>
          <pc:docMk/>
          <pc:sldMk cId="2426592814" sldId="320"/>
        </pc:sldMkLst>
        <pc:graphicFrameChg chg="mod modGraphic">
          <ac:chgData name="Okechukwu Nduka" userId="S::onduka@purdue.edu::761591c5-9709-4555-bbd4-86467b2e6d37" providerId="AD" clId="Web-{85C636F7-A9E9-8FB5-1461-87593F2C39C5}" dt="2025-01-28T03:44:48.311" v="7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Onur Dincol" userId="S::odincol@purdue.edu::4aac5b7b-0dac-4838-9f19-2be492a945fe" providerId="AD" clId="Web-{E279FE95-29F0-EF50-933F-51D1529180FC}"/>
    <pc:docChg chg="modSld">
      <pc:chgData name="Onur Dincol" userId="S::odincol@purdue.edu::4aac5b7b-0dac-4838-9f19-2be492a945fe" providerId="AD" clId="Web-{E279FE95-29F0-EF50-933F-51D1529180FC}" dt="2025-01-29T03:39:58.563" v="1"/>
      <pc:docMkLst>
        <pc:docMk/>
      </pc:docMkLst>
      <pc:sldChg chg="modSp">
        <pc:chgData name="Onur Dincol" userId="S::odincol@purdue.edu::4aac5b7b-0dac-4838-9f19-2be492a945fe" providerId="AD" clId="Web-{E279FE95-29F0-EF50-933F-51D1529180FC}" dt="2025-01-29T03:39:58.563" v="1"/>
        <pc:sldMkLst>
          <pc:docMk/>
          <pc:sldMk cId="2426592814" sldId="320"/>
        </pc:sldMkLst>
        <pc:graphicFrameChg chg="mod modGraphic">
          <ac:chgData name="Onur Dincol" userId="S::odincol@purdue.edu::4aac5b7b-0dac-4838-9f19-2be492a945fe" providerId="AD" clId="Web-{E279FE95-29F0-EF50-933F-51D1529180FC}" dt="2025-01-29T03:39:58.563" v="1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Austin Watson" userId="S::watso364@purdue.edu::31d1fcba-90a4-421b-a347-1a85e1eed54a" providerId="AD" clId="Web-{A04D948B-FC36-BBDC-E77D-751FF4226864}"/>
    <pc:docChg chg="modSld">
      <pc:chgData name="Austin Watson" userId="S::watso364@purdue.edu::31d1fcba-90a4-421b-a347-1a85e1eed54a" providerId="AD" clId="Web-{A04D948B-FC36-BBDC-E77D-751FF4226864}" dt="2025-01-27T23:12:55.747" v="21"/>
      <pc:docMkLst>
        <pc:docMk/>
      </pc:docMkLst>
      <pc:sldChg chg="modSp">
        <pc:chgData name="Austin Watson" userId="S::watso364@purdue.edu::31d1fcba-90a4-421b-a347-1a85e1eed54a" providerId="AD" clId="Web-{A04D948B-FC36-BBDC-E77D-751FF4226864}" dt="2025-01-27T23:12:55.747" v="21"/>
        <pc:sldMkLst>
          <pc:docMk/>
          <pc:sldMk cId="2426592814" sldId="320"/>
        </pc:sldMkLst>
        <pc:graphicFrameChg chg="mod modGraphic">
          <ac:chgData name="Austin Watson" userId="S::watso364@purdue.edu::31d1fcba-90a4-421b-a347-1a85e1eed54a" providerId="AD" clId="Web-{A04D948B-FC36-BBDC-E77D-751FF4226864}" dt="2025-01-27T23:12:55.747" v="21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Okechukwu Nduka" userId="S::onduka@purdue.edu::761591c5-9709-4555-bbd4-86467b2e6d37" providerId="AD" clId="Web-{EAB9F667-6271-1F2D-9D8A-69BF29DACB11}"/>
    <pc:docChg chg="modSld">
      <pc:chgData name="Okechukwu Nduka" userId="S::onduka@purdue.edu::761591c5-9709-4555-bbd4-86467b2e6d37" providerId="AD" clId="Web-{EAB9F667-6271-1F2D-9D8A-69BF29DACB11}" dt="2025-01-30T15:18:24.391" v="344" actId="14100"/>
      <pc:docMkLst>
        <pc:docMk/>
      </pc:docMkLst>
      <pc:sldChg chg="addSp delSp modSp mod modClrScheme chgLayout">
        <pc:chgData name="Okechukwu Nduka" userId="S::onduka@purdue.edu::761591c5-9709-4555-bbd4-86467b2e6d37" providerId="AD" clId="Web-{EAB9F667-6271-1F2D-9D8A-69BF29DACB11}" dt="2025-01-30T15:17:36.186" v="341"/>
        <pc:sldMkLst>
          <pc:docMk/>
          <pc:sldMk cId="3276290463" sldId="311"/>
        </pc:sldMkLst>
        <pc:spChg chg="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2" creationId="{E7770F19-1007-89F9-2BF8-1C2A372B3003}"/>
          </ac:spMkLst>
        </pc:spChg>
        <pc:spChg chg="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3" creationId="{E6B6621C-6433-03E2-4816-BFEED311D5F0}"/>
          </ac:spMkLst>
        </pc:spChg>
        <pc:spChg chg="add del">
          <ac:chgData name="Okechukwu Nduka" userId="S::onduka@purdue.edu::761591c5-9709-4555-bbd4-86467b2e6d37" providerId="AD" clId="Web-{EAB9F667-6271-1F2D-9D8A-69BF29DACB11}" dt="2025-01-30T15:16:50.590" v="333"/>
          <ac:spMkLst>
            <pc:docMk/>
            <pc:sldMk cId="3276290463" sldId="311"/>
            <ac:spMk id="5" creationId="{488DA498-6DD6-D5BE-7198-C86DE113AA3B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10.732" v="336"/>
          <ac:spMkLst>
            <pc:docMk/>
            <pc:sldMk cId="3276290463" sldId="311"/>
            <ac:spMk id="6" creationId="{B0A34341-6278-5597-9ECF-80EF6E4EED95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10.732" v="336"/>
          <ac:spMkLst>
            <pc:docMk/>
            <pc:sldMk cId="3276290463" sldId="311"/>
            <ac:spMk id="7" creationId="{E4DB6664-9FF5-961C-EBDF-5DE9901E8535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0:37.163" v="100"/>
          <ac:spMkLst>
            <pc:docMk/>
            <pc:sldMk cId="3276290463" sldId="311"/>
            <ac:spMk id="9" creationId="{D1B2772C-3591-B899-85A0-3A33BD5028C4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3.701" v="338"/>
          <ac:spMkLst>
            <pc:docMk/>
            <pc:sldMk cId="3276290463" sldId="311"/>
            <ac:spMk id="10" creationId="{518E7880-B26B-42CC-BB74-0A00FF79F9F4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0:37.163" v="100"/>
          <ac:spMkLst>
            <pc:docMk/>
            <pc:sldMk cId="3276290463" sldId="311"/>
            <ac:spMk id="11" creationId="{7DE932FD-691F-7E88-8804-E3FB61B36108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3.701" v="338"/>
          <ac:spMkLst>
            <pc:docMk/>
            <pc:sldMk cId="3276290463" sldId="311"/>
            <ac:spMk id="12" creationId="{10D03ED0-7AF3-18B2-BEA3-0A27CBAC919A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6.170" v="340"/>
          <ac:spMkLst>
            <pc:docMk/>
            <pc:sldMk cId="3276290463" sldId="311"/>
            <ac:spMk id="14" creationId="{1E4DE791-4814-D524-8961-B707468D291B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6.170" v="340"/>
          <ac:spMkLst>
            <pc:docMk/>
            <pc:sldMk cId="3276290463" sldId="311"/>
            <ac:spMk id="15" creationId="{A2DBA0EF-5608-E201-54FB-2797D19E6B66}"/>
          </ac:spMkLst>
        </pc:spChg>
        <pc:spChg chg="add 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17" creationId="{518E7880-B26B-42CC-BB74-0A00FF79F9F4}"/>
          </ac:spMkLst>
        </pc:spChg>
        <pc:spChg chg="add 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18" creationId="{10D03ED0-7AF3-18B2-BEA3-0A27CBAC919A}"/>
          </ac:spMkLst>
        </pc:spChg>
        <pc:picChg chg="add del mod ord">
          <ac:chgData name="Okechukwu Nduka" userId="S::onduka@purdue.edu::761591c5-9709-4555-bbd4-86467b2e6d37" providerId="AD" clId="Web-{EAB9F667-6271-1F2D-9D8A-69BF29DACB11}" dt="2025-01-30T02:00:39.053" v="101"/>
          <ac:picMkLst>
            <pc:docMk/>
            <pc:sldMk cId="3276290463" sldId="311"/>
            <ac:picMk id="4" creationId="{17FCF64F-A6B4-F6AF-1676-076B678DF691}"/>
          </ac:picMkLst>
        </pc:picChg>
        <pc:picChg chg="add mod ord">
          <ac:chgData name="Okechukwu Nduka" userId="S::onduka@purdue.edu::761591c5-9709-4555-bbd4-86467b2e6d37" providerId="AD" clId="Web-{EAB9F667-6271-1F2D-9D8A-69BF29DACB11}" dt="2025-01-30T15:17:36.186" v="341"/>
          <ac:picMkLst>
            <pc:docMk/>
            <pc:sldMk cId="3276290463" sldId="311"/>
            <ac:picMk id="4" creationId="{3ED7852D-59D5-0BBE-03E0-85A1DAB83021}"/>
          </ac:picMkLst>
        </pc:picChg>
      </pc:sldChg>
      <pc:sldChg chg="addSp delSp modSp addAnim delAnim">
        <pc:chgData name="Okechukwu Nduka" userId="S::onduka@purdue.edu::761591c5-9709-4555-bbd4-86467b2e6d37" providerId="AD" clId="Web-{EAB9F667-6271-1F2D-9D8A-69BF29DACB11}" dt="2025-01-30T15:18:24.391" v="344" actId="14100"/>
        <pc:sldMkLst>
          <pc:docMk/>
          <pc:sldMk cId="1091338601" sldId="313"/>
        </pc:sldMkLst>
        <pc:spChg chg="mod">
          <ac:chgData name="Okechukwu Nduka" userId="S::onduka@purdue.edu::761591c5-9709-4555-bbd4-86467b2e6d37" providerId="AD" clId="Web-{EAB9F667-6271-1F2D-9D8A-69BF29DACB11}" dt="2025-01-30T00:46:40.355" v="74" actId="1076"/>
          <ac:spMkLst>
            <pc:docMk/>
            <pc:sldMk cId="1091338601" sldId="313"/>
            <ac:spMk id="2" creationId="{D5680C9D-A27B-6DD1-2224-DF5C678F0761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2:16.712" v="103"/>
          <ac:spMkLst>
            <pc:docMk/>
            <pc:sldMk cId="1091338601" sldId="313"/>
            <ac:spMk id="3" creationId="{7526DC2A-5A2E-0072-C7D9-EB3E80470E79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0:39:10.262" v="37"/>
          <ac:spMkLst>
            <pc:docMk/>
            <pc:sldMk cId="1091338601" sldId="313"/>
            <ac:spMk id="4" creationId="{122A774F-1D95-9FB6-AE56-19DBA483EAB4}"/>
          </ac:spMkLst>
        </pc:spChg>
        <pc:spChg chg="mod">
          <ac:chgData name="Okechukwu Nduka" userId="S::onduka@purdue.edu::761591c5-9709-4555-bbd4-86467b2e6d37" providerId="AD" clId="Web-{EAB9F667-6271-1F2D-9D8A-69BF29DACB11}" dt="2025-01-30T15:18:12.344" v="342" actId="14100"/>
          <ac:spMkLst>
            <pc:docMk/>
            <pc:sldMk cId="1091338601" sldId="313"/>
            <ac:spMk id="5" creationId="{1F20F036-0F88-A549-6E05-B226D035A5B6}"/>
          </ac:spMkLst>
        </pc:spChg>
        <pc:picChg chg="add del mod">
          <ac:chgData name="Okechukwu Nduka" userId="S::onduka@purdue.edu::761591c5-9709-4555-bbd4-86467b2e6d37" providerId="AD" clId="Web-{EAB9F667-6271-1F2D-9D8A-69BF29DACB11}" dt="2025-01-30T00:43:24.005" v="66"/>
          <ac:picMkLst>
            <pc:docMk/>
            <pc:sldMk cId="1091338601" sldId="313"/>
            <ac:picMk id="6" creationId="{8D09B10A-ED8E-5F5A-8149-9059839548AC}"/>
          </ac:picMkLst>
        </pc:picChg>
        <pc:picChg chg="add mod">
          <ac:chgData name="Okechukwu Nduka" userId="S::onduka@purdue.edu::761591c5-9709-4555-bbd4-86467b2e6d37" providerId="AD" clId="Web-{EAB9F667-6271-1F2D-9D8A-69BF29DACB11}" dt="2025-01-30T15:18:24.391" v="344" actId="14100"/>
          <ac:picMkLst>
            <pc:docMk/>
            <pc:sldMk cId="1091338601" sldId="313"/>
            <ac:picMk id="7" creationId="{A2C6E8EB-A618-C943-E704-E55D6D5C3AAA}"/>
          </ac:picMkLst>
        </pc:picChg>
      </pc:sldChg>
    </pc:docChg>
  </pc:docChgLst>
  <pc:docChgLst>
    <pc:chgData name="Kunal Ghosh" userId="S::ghosh178@purdue.edu::e399b507-3df8-48a1-8100-af264806a955" providerId="AD" clId="Web-{3EDAE1DD-E1E6-8A63-6E37-CC4C51CEA9FE}"/>
    <pc:docChg chg="modSld">
      <pc:chgData name="Kunal Ghosh" userId="S::ghosh178@purdue.edu::e399b507-3df8-48a1-8100-af264806a955" providerId="AD" clId="Web-{3EDAE1DD-E1E6-8A63-6E37-CC4C51CEA9FE}" dt="2025-01-31T03:41:12.864" v="2"/>
      <pc:docMkLst>
        <pc:docMk/>
      </pc:docMkLst>
      <pc:sldChg chg="modNotes">
        <pc:chgData name="Kunal Ghosh" userId="S::ghosh178@purdue.edu::e399b507-3df8-48a1-8100-af264806a955" providerId="AD" clId="Web-{3EDAE1DD-E1E6-8A63-6E37-CC4C51CEA9FE}" dt="2025-01-31T03:41:12.864" v="2"/>
        <pc:sldMkLst>
          <pc:docMk/>
          <pc:sldMk cId="1680556081" sldId="322"/>
        </pc:sldMkLst>
      </pc:sldChg>
    </pc:docChg>
  </pc:docChgLst>
  <pc:docChgLst>
    <pc:chgData name="Onur Dincol" userId="S::odincol@purdue.edu::4aac5b7b-0dac-4838-9f19-2be492a945fe" providerId="AD" clId="Web-{EA497F68-42AC-75E7-E4D7-9EEB76C24380}"/>
    <pc:docChg chg="modSld">
      <pc:chgData name="Onur Dincol" userId="S::odincol@purdue.edu::4aac5b7b-0dac-4838-9f19-2be492a945fe" providerId="AD" clId="Web-{EA497F68-42AC-75E7-E4D7-9EEB76C24380}" dt="2025-02-02T23:06:26.424" v="57"/>
      <pc:docMkLst>
        <pc:docMk/>
      </pc:docMkLst>
      <pc:sldChg chg="modNotes">
        <pc:chgData name="Onur Dincol" userId="S::odincol@purdue.edu::4aac5b7b-0dac-4838-9f19-2be492a945fe" providerId="AD" clId="Web-{EA497F68-42AC-75E7-E4D7-9EEB76C24380}" dt="2025-02-02T23:06:26.424" v="57"/>
        <pc:sldMkLst>
          <pc:docMk/>
          <pc:sldMk cId="3276290463" sldId="311"/>
        </pc:sldMkLst>
      </pc:sldChg>
    </pc:docChg>
  </pc:docChgLst>
  <pc:docChgLst>
    <pc:chgData name="Kunal Ghosh" userId="S::ghosh178@purdue.edu::e399b507-3df8-48a1-8100-af264806a955" providerId="AD" clId="Web-{C1EF2B7D-EE10-0597-31A6-94B3FF5EB04C}"/>
    <pc:docChg chg="delSld modSld sldOrd">
      <pc:chgData name="Kunal Ghosh" userId="S::ghosh178@purdue.edu::e399b507-3df8-48a1-8100-af264806a955" providerId="AD" clId="Web-{C1EF2B7D-EE10-0597-31A6-94B3FF5EB04C}" dt="2025-01-30T19:16:19.572" v="146"/>
      <pc:docMkLst>
        <pc:docMk/>
      </pc:docMkLst>
      <pc:sldChg chg="delSp modSp">
        <pc:chgData name="Kunal Ghosh" userId="S::ghosh178@purdue.edu::e399b507-3df8-48a1-8100-af264806a955" providerId="AD" clId="Web-{C1EF2B7D-EE10-0597-31A6-94B3FF5EB04C}" dt="2025-01-30T19:12:24.672" v="145"/>
        <pc:sldMkLst>
          <pc:docMk/>
          <pc:sldMk cId="4154997097" sldId="267"/>
        </pc:sldMkLst>
        <pc:spChg chg="mod">
          <ac:chgData name="Kunal Ghosh" userId="S::ghosh178@purdue.edu::e399b507-3df8-48a1-8100-af264806a955" providerId="AD" clId="Web-{C1EF2B7D-EE10-0597-31A6-94B3FF5EB04C}" dt="2025-01-30T19:12:21.063" v="144" actId="20577"/>
          <ac:spMkLst>
            <pc:docMk/>
            <pc:sldMk cId="4154997097" sldId="267"/>
            <ac:spMk id="3" creationId="{5991BF94-59A9-105F-273E-B29E440F2501}"/>
          </ac:spMkLst>
        </pc:spChg>
        <pc:spChg chg="del">
          <ac:chgData name="Kunal Ghosh" userId="S::ghosh178@purdue.edu::e399b507-3df8-48a1-8100-af264806a955" providerId="AD" clId="Web-{C1EF2B7D-EE10-0597-31A6-94B3FF5EB04C}" dt="2025-01-30T19:12:24.672" v="145"/>
          <ac:spMkLst>
            <pc:docMk/>
            <pc:sldMk cId="4154997097" sldId="267"/>
            <ac:spMk id="4" creationId="{65C1FBB2-390D-59A4-F143-EDCF35093773}"/>
          </ac:spMkLst>
        </pc:spChg>
      </pc:sldChg>
      <pc:sldChg chg="modSp ord">
        <pc:chgData name="Kunal Ghosh" userId="S::ghosh178@purdue.edu::e399b507-3df8-48a1-8100-af264806a955" providerId="AD" clId="Web-{C1EF2B7D-EE10-0597-31A6-94B3FF5EB04C}" dt="2025-01-30T19:16:19.572" v="146"/>
        <pc:sldMkLst>
          <pc:docMk/>
          <pc:sldMk cId="2590382412" sldId="307"/>
        </pc:sldMkLst>
        <pc:spChg chg="mod">
          <ac:chgData name="Kunal Ghosh" userId="S::ghosh178@purdue.edu::e399b507-3df8-48a1-8100-af264806a955" providerId="AD" clId="Web-{C1EF2B7D-EE10-0597-31A6-94B3FF5EB04C}" dt="2025-01-30T18:56:03.856" v="87" actId="20577"/>
          <ac:spMkLst>
            <pc:docMk/>
            <pc:sldMk cId="2590382412" sldId="307"/>
            <ac:spMk id="7" creationId="{50F24650-7671-EFCC-4BF4-A4A5664D5DF1}"/>
          </ac:spMkLst>
        </pc:spChg>
      </pc:sldChg>
      <pc:sldChg chg="ord">
        <pc:chgData name="Kunal Ghosh" userId="S::ghosh178@purdue.edu::e399b507-3df8-48a1-8100-af264806a955" providerId="AD" clId="Web-{C1EF2B7D-EE10-0597-31A6-94B3FF5EB04C}" dt="2025-01-30T18:54:28.805" v="61"/>
        <pc:sldMkLst>
          <pc:docMk/>
          <pc:sldMk cId="1056688820" sldId="308"/>
        </pc:sldMkLst>
      </pc:sldChg>
      <pc:sldChg chg="del">
        <pc:chgData name="Kunal Ghosh" userId="S::ghosh178@purdue.edu::e399b507-3df8-48a1-8100-af264806a955" providerId="AD" clId="Web-{C1EF2B7D-EE10-0597-31A6-94B3FF5EB04C}" dt="2025-01-30T18:49:05.965" v="7"/>
        <pc:sldMkLst>
          <pc:docMk/>
          <pc:sldMk cId="468561105" sldId="309"/>
        </pc:sldMkLst>
      </pc:sldChg>
      <pc:sldChg chg="del">
        <pc:chgData name="Kunal Ghosh" userId="S::ghosh178@purdue.edu::e399b507-3df8-48a1-8100-af264806a955" providerId="AD" clId="Web-{C1EF2B7D-EE10-0597-31A6-94B3FF5EB04C}" dt="2025-01-30T18:48:57.684" v="5"/>
        <pc:sldMkLst>
          <pc:docMk/>
          <pc:sldMk cId="2130742392" sldId="314"/>
        </pc:sldMkLst>
      </pc:sldChg>
      <pc:sldChg chg="modSp ord">
        <pc:chgData name="Kunal Ghosh" userId="S::ghosh178@purdue.edu::e399b507-3df8-48a1-8100-af264806a955" providerId="AD" clId="Web-{C1EF2B7D-EE10-0597-31A6-94B3FF5EB04C}" dt="2025-01-30T18:54:46.009" v="62"/>
        <pc:sldMkLst>
          <pc:docMk/>
          <pc:sldMk cId="2503109505" sldId="317"/>
        </pc:sldMkLst>
        <pc:graphicFrameChg chg="mod modGraphic">
          <ac:chgData name="Kunal Ghosh" userId="S::ghosh178@purdue.edu::e399b507-3df8-48a1-8100-af264806a955" providerId="AD" clId="Web-{C1EF2B7D-EE10-0597-31A6-94B3FF5EB04C}" dt="2025-01-30T18:53:57.788" v="5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del">
        <pc:chgData name="Kunal Ghosh" userId="S::ghosh178@purdue.edu::e399b507-3df8-48a1-8100-af264806a955" providerId="AD" clId="Web-{C1EF2B7D-EE10-0597-31A6-94B3FF5EB04C}" dt="2025-01-30T18:49:00.387" v="6"/>
        <pc:sldMkLst>
          <pc:docMk/>
          <pc:sldMk cId="4123971144" sldId="319"/>
        </pc:sldMkLst>
      </pc:sldChg>
      <pc:sldChg chg="ord">
        <pc:chgData name="Kunal Ghosh" userId="S::ghosh178@purdue.edu::e399b507-3df8-48a1-8100-af264806a955" providerId="AD" clId="Web-{C1EF2B7D-EE10-0597-31A6-94B3FF5EB04C}" dt="2025-01-30T18:54:57.869" v="63"/>
        <pc:sldMkLst>
          <pc:docMk/>
          <pc:sldMk cId="2426592814" sldId="320"/>
        </pc:sldMkLst>
      </pc:sldChg>
      <pc:sldChg chg="ord">
        <pc:chgData name="Kunal Ghosh" userId="S::ghosh178@purdue.edu::e399b507-3df8-48a1-8100-af264806a955" providerId="AD" clId="Web-{C1EF2B7D-EE10-0597-31A6-94B3FF5EB04C}" dt="2025-01-30T18:55:06.807" v="64"/>
        <pc:sldMkLst>
          <pc:docMk/>
          <pc:sldMk cId="3126466637" sldId="321"/>
        </pc:sldMkLst>
      </pc:sldChg>
      <pc:sldChg chg="addSp delSp modSp mod setBg modNotes">
        <pc:chgData name="Kunal Ghosh" userId="S::ghosh178@purdue.edu::e399b507-3df8-48a1-8100-af264806a955" providerId="AD" clId="Web-{C1EF2B7D-EE10-0597-31A6-94B3FF5EB04C}" dt="2025-01-30T19:10:25.184" v="126"/>
        <pc:sldMkLst>
          <pc:docMk/>
          <pc:sldMk cId="1680556081" sldId="322"/>
        </pc:sldMkLst>
        <pc:spChg chg="mod">
          <ac:chgData name="Kunal Ghosh" userId="S::ghosh178@purdue.edu::e399b507-3df8-48a1-8100-af264806a955" providerId="AD" clId="Web-{C1EF2B7D-EE10-0597-31A6-94B3FF5EB04C}" dt="2025-01-30T19:09:22.041" v="111" actId="20577"/>
          <ac:spMkLst>
            <pc:docMk/>
            <pc:sldMk cId="1680556081" sldId="322"/>
            <ac:spMk id="2" creationId="{D5680C9D-A27B-6DD1-2224-DF5C678F0761}"/>
          </ac:spMkLst>
        </pc:spChg>
        <pc:spChg chg="mod">
          <ac:chgData name="Kunal Ghosh" userId="S::ghosh178@purdue.edu::e399b507-3df8-48a1-8100-af264806a955" providerId="AD" clId="Web-{C1EF2B7D-EE10-0597-31A6-94B3FF5EB04C}" dt="2025-01-30T19:09:17.150" v="110" actId="20577"/>
          <ac:spMkLst>
            <pc:docMk/>
            <pc:sldMk cId="1680556081" sldId="322"/>
            <ac:spMk id="3" creationId="{7526DC2A-5A2E-0072-C7D9-EB3E80470E79}"/>
          </ac:spMkLst>
        </pc:spChg>
        <pc:spChg chg="del">
          <ac:chgData name="Kunal Ghosh" userId="S::ghosh178@purdue.edu::e399b507-3df8-48a1-8100-af264806a955" providerId="AD" clId="Web-{C1EF2B7D-EE10-0597-31A6-94B3FF5EB04C}" dt="2025-01-30T19:06:06.237" v="88"/>
          <ac:spMkLst>
            <pc:docMk/>
            <pc:sldMk cId="1680556081" sldId="322"/>
            <ac:spMk id="5" creationId="{1F20F036-0F88-A549-6E05-B226D035A5B6}"/>
          </ac:spMkLst>
        </pc:spChg>
        <pc:spChg chg="add mod">
          <ac:chgData name="Kunal Ghosh" userId="S::ghosh178@purdue.edu::e399b507-3df8-48a1-8100-af264806a955" providerId="AD" clId="Web-{C1EF2B7D-EE10-0597-31A6-94B3FF5EB04C}" dt="2025-01-30T19:10:25.184" v="126"/>
          <ac:spMkLst>
            <pc:docMk/>
            <pc:sldMk cId="1680556081" sldId="322"/>
            <ac:spMk id="6" creationId="{711CA331-DE83-3F47-273F-03EE3A24F969}"/>
          </ac:spMkLst>
        </pc:spChg>
        <pc:picChg chg="add del mod">
          <ac:chgData name="Kunal Ghosh" userId="S::ghosh178@purdue.edu::e399b507-3df8-48a1-8100-af264806a955" providerId="AD" clId="Web-{C1EF2B7D-EE10-0597-31A6-94B3FF5EB04C}" dt="2025-01-30T19:06:29.472" v="90"/>
          <ac:picMkLst>
            <pc:docMk/>
            <pc:sldMk cId="1680556081" sldId="322"/>
            <ac:picMk id="4" creationId="{E799D380-E498-A09C-2B20-1C7C536BCAD1}"/>
          </ac:picMkLst>
        </pc:picChg>
      </pc:sldChg>
    </pc:docChg>
  </pc:docChgLst>
  <pc:docChgLst>
    <pc:chgData name="Kunal Ghosh" userId="S::ghosh178@purdue.edu::e399b507-3df8-48a1-8100-af264806a955" providerId="AD" clId="Web-{192E2295-DD75-12CF-0BAB-7538DAFB2644}"/>
    <pc:docChg chg="modSld">
      <pc:chgData name="Kunal Ghosh" userId="S::ghosh178@purdue.edu::e399b507-3df8-48a1-8100-af264806a955" providerId="AD" clId="Web-{192E2295-DD75-12CF-0BAB-7538DAFB2644}" dt="2025-02-04T03:45:00.339" v="14" actId="14100"/>
      <pc:docMkLst>
        <pc:docMk/>
      </pc:docMkLst>
      <pc:sldChg chg="addSp delSp modSp">
        <pc:chgData name="Kunal Ghosh" userId="S::ghosh178@purdue.edu::e399b507-3df8-48a1-8100-af264806a955" providerId="AD" clId="Web-{192E2295-DD75-12CF-0BAB-7538DAFB2644}" dt="2025-02-04T03:45:00.339" v="14" actId="14100"/>
        <pc:sldMkLst>
          <pc:docMk/>
          <pc:sldMk cId="3035040294" sldId="256"/>
        </pc:sldMkLst>
        <pc:spChg chg="add del mod">
          <ac:chgData name="Kunal Ghosh" userId="S::ghosh178@purdue.edu::e399b507-3df8-48a1-8100-af264806a955" providerId="AD" clId="Web-{192E2295-DD75-12CF-0BAB-7538DAFB2644}" dt="2025-02-04T03:44:24.353" v="3"/>
          <ac:spMkLst>
            <pc:docMk/>
            <pc:sldMk cId="3035040294" sldId="256"/>
            <ac:spMk id="5" creationId="{799B02AA-5E1D-CE80-3DD1-8E02A4A3E470}"/>
          </ac:spMkLst>
        </pc:spChg>
        <pc:spChg chg="add mod">
          <ac:chgData name="Kunal Ghosh" userId="S::ghosh178@purdue.edu::e399b507-3df8-48a1-8100-af264806a955" providerId="AD" clId="Web-{192E2295-DD75-12CF-0BAB-7538DAFB2644}" dt="2025-02-04T03:45:00.339" v="14" actId="14100"/>
          <ac:spMkLst>
            <pc:docMk/>
            <pc:sldMk cId="3035040294" sldId="256"/>
            <ac:spMk id="6" creationId="{4F8D9874-8BAF-D5FD-43CF-2DD363A37852}"/>
          </ac:spMkLst>
        </pc:spChg>
      </pc:sldChg>
    </pc:docChg>
  </pc:docChgLst>
  <pc:docChgLst>
    <pc:chgData name="Austin Watson" userId="S::watso364@purdue.edu::31d1fcba-90a4-421b-a347-1a85e1eed54a" providerId="AD" clId="Web-{976285C4-379B-6417-773B-FB018B7BED41}"/>
    <pc:docChg chg="modSld">
      <pc:chgData name="Austin Watson" userId="S::watso364@purdue.edu::31d1fcba-90a4-421b-a347-1a85e1eed54a" providerId="AD" clId="Web-{976285C4-379B-6417-773B-FB018B7BED41}" dt="2025-01-30T17:13:37.490" v="72" actId="20577"/>
      <pc:docMkLst>
        <pc:docMk/>
      </pc:docMkLst>
      <pc:sldChg chg="addSp delSp modSp mod modClrScheme chgLayout modNotes">
        <pc:chgData name="Austin Watson" userId="S::watso364@purdue.edu::31d1fcba-90a4-421b-a347-1a85e1eed54a" providerId="AD" clId="Web-{976285C4-379B-6417-773B-FB018B7BED41}" dt="2025-01-29T16:27:09.597" v="53"/>
        <pc:sldMkLst>
          <pc:docMk/>
          <pc:sldMk cId="3035040294" sldId="256"/>
        </pc:sldMkLst>
        <pc:spChg chg="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2" creationId="{12307E03-5607-C286-502F-896BDDE9B00F}"/>
          </ac:spMkLst>
        </pc:spChg>
        <pc:spChg chg="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3" creationId="{477BB108-E67D-2676-75B8-2D4B64BF52A1}"/>
          </ac:spMkLst>
        </pc:spChg>
        <pc:spChg chg="del">
          <ac:chgData name="Austin Watson" userId="S::watso364@purdue.edu::31d1fcba-90a4-421b-a347-1a85e1eed54a" providerId="AD" clId="Web-{976285C4-379B-6417-773B-FB018B7BED41}" dt="2025-01-29T16:11:22.110" v="5"/>
          <ac:spMkLst>
            <pc:docMk/>
            <pc:sldMk cId="3035040294" sldId="256"/>
            <ac:spMk id="5" creationId="{3D6FA525-798E-1068-E77B-631360E37385}"/>
          </ac:spMkLst>
        </pc:spChg>
        <pc:spChg chg="add del 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9" creationId="{1E18357B-A545-BB85-AD45-5C4B72F76968}"/>
          </ac:spMkLst>
        </pc:spChg>
        <pc:picChg chg="add mod modCrop">
          <ac:chgData name="Austin Watson" userId="S::watso364@purdue.edu::31d1fcba-90a4-421b-a347-1a85e1eed54a" providerId="AD" clId="Web-{976285C4-379B-6417-773B-FB018B7BED41}" dt="2025-01-29T16:17:57.015" v="33" actId="1076"/>
          <ac:picMkLst>
            <pc:docMk/>
            <pc:sldMk cId="3035040294" sldId="256"/>
            <ac:picMk id="4" creationId="{561C2455-007F-76A0-8076-35552CD86C16}"/>
          </ac:picMkLst>
        </pc:picChg>
      </pc:sldChg>
      <pc:sldChg chg="modSp">
        <pc:chgData name="Austin Watson" userId="S::watso364@purdue.edu::31d1fcba-90a4-421b-a347-1a85e1eed54a" providerId="AD" clId="Web-{976285C4-379B-6417-773B-FB018B7BED41}" dt="2025-01-30T17:13:37.490" v="72" actId="20577"/>
        <pc:sldMkLst>
          <pc:docMk/>
          <pc:sldMk cId="468561105" sldId="309"/>
        </pc:sldMkLst>
        <pc:spChg chg="mod">
          <ac:chgData name="Austin Watson" userId="S::watso364@purdue.edu::31d1fcba-90a4-421b-a347-1a85e1eed54a" providerId="AD" clId="Web-{976285C4-379B-6417-773B-FB018B7BED41}" dt="2025-01-30T17:13:37.490" v="72" actId="20577"/>
          <ac:spMkLst>
            <pc:docMk/>
            <pc:sldMk cId="468561105" sldId="309"/>
            <ac:spMk id="3" creationId="{60634B81-13E9-1D87-6C36-1E699F921500}"/>
          </ac:spMkLst>
        </pc:spChg>
      </pc:sldChg>
    </pc:docChg>
  </pc:docChgLst>
  <pc:docChgLst>
    <pc:chgData name="Onur Dincol" userId="S::odincol@purdue.edu::4aac5b7b-0dac-4838-9f19-2be492a945fe" providerId="AD" clId="Web-{3D410DF6-77A0-F0E4-0AE1-50D7E4087896}"/>
    <pc:docChg chg="modSld">
      <pc:chgData name="Onur Dincol" userId="S::odincol@purdue.edu::4aac5b7b-0dac-4838-9f19-2be492a945fe" providerId="AD" clId="Web-{3D410DF6-77A0-F0E4-0AE1-50D7E4087896}" dt="2025-01-30T19:01:26.653" v="0"/>
      <pc:docMkLst>
        <pc:docMk/>
      </pc:docMkLst>
      <pc:sldChg chg="delSp">
        <pc:chgData name="Onur Dincol" userId="S::odincol@purdue.edu::4aac5b7b-0dac-4838-9f19-2be492a945fe" providerId="AD" clId="Web-{3D410DF6-77A0-F0E4-0AE1-50D7E4087896}" dt="2025-01-30T19:01:26.653" v="0"/>
        <pc:sldMkLst>
          <pc:docMk/>
          <pc:sldMk cId="3276290463" sldId="311"/>
        </pc:sldMkLst>
        <pc:spChg chg="del">
          <ac:chgData name="Onur Dincol" userId="S::odincol@purdue.edu::4aac5b7b-0dac-4838-9f19-2be492a945fe" providerId="AD" clId="Web-{3D410DF6-77A0-F0E4-0AE1-50D7E4087896}" dt="2025-01-30T19:01:26.653" v="0"/>
          <ac:spMkLst>
            <pc:docMk/>
            <pc:sldMk cId="3276290463" sldId="311"/>
            <ac:spMk id="17" creationId="{518E7880-B26B-42CC-BB74-0A00FF79F9F4}"/>
          </ac:spMkLst>
        </pc:spChg>
      </pc:sldChg>
    </pc:docChg>
  </pc:docChgLst>
  <pc:docChgLst>
    <pc:chgData name="Kunal Ghosh" userId="S::ghosh178@purdue.edu::e399b507-3df8-48a1-8100-af264806a955" providerId="AD" clId="Web-{3DDF9D78-2A96-51EC-121A-2A48D942812B}"/>
    <pc:docChg chg="addSld delSld modSld">
      <pc:chgData name="Kunal Ghosh" userId="S::ghosh178@purdue.edu::e399b507-3df8-48a1-8100-af264806a955" providerId="AD" clId="Web-{3DDF9D78-2A96-51EC-121A-2A48D942812B}" dt="2025-01-24T15:35:28.954" v="61"/>
      <pc:docMkLst>
        <pc:docMk/>
      </pc:docMkLst>
      <pc:sldChg chg="del">
        <pc:chgData name="Kunal Ghosh" userId="S::ghosh178@purdue.edu::e399b507-3df8-48a1-8100-af264806a955" providerId="AD" clId="Web-{3DDF9D78-2A96-51EC-121A-2A48D942812B}" dt="2025-01-24T15:35:28.954" v="61"/>
        <pc:sldMkLst>
          <pc:docMk/>
          <pc:sldMk cId="4144218707" sldId="312"/>
        </pc:sldMkLst>
      </pc:sldChg>
      <pc:sldChg chg="modSp">
        <pc:chgData name="Kunal Ghosh" userId="S::ghosh178@purdue.edu::e399b507-3df8-48a1-8100-af264806a955" providerId="AD" clId="Web-{3DDF9D78-2A96-51EC-121A-2A48D942812B}" dt="2025-01-24T15:35:25.939" v="60" actId="20577"/>
        <pc:sldMkLst>
          <pc:docMk/>
          <pc:sldMk cId="1091338601" sldId="313"/>
        </pc:sldMkLst>
        <pc:spChg chg="mod">
          <ac:chgData name="Kunal Ghosh" userId="S::ghosh178@purdue.edu::e399b507-3df8-48a1-8100-af264806a955" providerId="AD" clId="Web-{3DDF9D78-2A96-51EC-121A-2A48D942812B}" dt="2025-01-24T15:35:25.939" v="60" actId="20577"/>
          <ac:spMkLst>
            <pc:docMk/>
            <pc:sldMk cId="1091338601" sldId="313"/>
            <ac:spMk id="2" creationId="{D5680C9D-A27B-6DD1-2224-DF5C678F0761}"/>
          </ac:spMkLst>
        </pc:spChg>
      </pc:sldChg>
      <pc:sldChg chg="modSp">
        <pc:chgData name="Kunal Ghosh" userId="S::ghosh178@purdue.edu::e399b507-3df8-48a1-8100-af264806a955" providerId="AD" clId="Web-{3DDF9D78-2A96-51EC-121A-2A48D942812B}" dt="2025-01-24T15:34:22.655" v="57"/>
        <pc:sldMkLst>
          <pc:docMk/>
          <pc:sldMk cId="2503109505" sldId="317"/>
        </pc:sldMkLst>
        <pc:graphicFrameChg chg="mod modGraphic">
          <ac:chgData name="Kunal Ghosh" userId="S::ghosh178@purdue.edu::e399b507-3df8-48a1-8100-af264806a955" providerId="AD" clId="Web-{3DDF9D78-2A96-51EC-121A-2A48D942812B}" dt="2025-01-24T15:34:22.655" v="5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add replId">
        <pc:chgData name="Kunal Ghosh" userId="S::ghosh178@purdue.edu::e399b507-3df8-48a1-8100-af264806a955" providerId="AD" clId="Web-{3DDF9D78-2A96-51EC-121A-2A48D942812B}" dt="2025-01-24T15:35:18.220" v="58"/>
        <pc:sldMkLst>
          <pc:docMk/>
          <pc:sldMk cId="1680556081" sldId="322"/>
        </pc:sldMkLst>
      </pc:sldChg>
    </pc:docChg>
  </pc:docChgLst>
  <pc:docChgLst>
    <pc:chgData name="Kunal Ghosh" userId="S::ghosh178@purdue.edu::e399b507-3df8-48a1-8100-af264806a955" providerId="AD" clId="Web-{622F45C2-AC2B-544D-6491-384DB0BCA4CA}"/>
    <pc:docChg chg="modSld">
      <pc:chgData name="Kunal Ghosh" userId="S::ghosh178@purdue.edu::e399b507-3df8-48a1-8100-af264806a955" providerId="AD" clId="Web-{622F45C2-AC2B-544D-6491-384DB0BCA4CA}" dt="2025-02-04T04:59:56.840" v="4"/>
      <pc:docMkLst>
        <pc:docMk/>
      </pc:docMkLst>
      <pc:sldChg chg="modSp">
        <pc:chgData name="Kunal Ghosh" userId="S::ghosh178@purdue.edu::e399b507-3df8-48a1-8100-af264806a955" providerId="AD" clId="Web-{622F45C2-AC2B-544D-6491-384DB0BCA4CA}" dt="2025-02-04T04:59:44.121" v="2" actId="20577"/>
        <pc:sldMkLst>
          <pc:docMk/>
          <pc:sldMk cId="3035040294" sldId="256"/>
        </pc:sldMkLst>
        <pc:spChg chg="mod">
          <ac:chgData name="Kunal Ghosh" userId="S::ghosh178@purdue.edu::e399b507-3df8-48a1-8100-af264806a955" providerId="AD" clId="Web-{622F45C2-AC2B-544D-6491-384DB0BCA4CA}" dt="2025-02-04T04:59:44.121" v="2" actId="20577"/>
          <ac:spMkLst>
            <pc:docMk/>
            <pc:sldMk cId="3035040294" sldId="256"/>
            <ac:spMk id="6" creationId="{4F8D9874-8BAF-D5FD-43CF-2DD363A37852}"/>
          </ac:spMkLst>
        </pc:spChg>
      </pc:sldChg>
      <pc:sldChg chg="addSp">
        <pc:chgData name="Kunal Ghosh" userId="S::ghosh178@purdue.edu::e399b507-3df8-48a1-8100-af264806a955" providerId="AD" clId="Web-{622F45C2-AC2B-544D-6491-384DB0BCA4CA}" dt="2025-02-04T04:59:53.902" v="3"/>
        <pc:sldMkLst>
          <pc:docMk/>
          <pc:sldMk cId="3276290463" sldId="311"/>
        </pc:sldMkLst>
        <pc:spChg chg="add">
          <ac:chgData name="Kunal Ghosh" userId="S::ghosh178@purdue.edu::e399b507-3df8-48a1-8100-af264806a955" providerId="AD" clId="Web-{622F45C2-AC2B-544D-6491-384DB0BCA4CA}" dt="2025-02-04T04:59:53.902" v="3"/>
          <ac:spMkLst>
            <pc:docMk/>
            <pc:sldMk cId="3276290463" sldId="311"/>
            <ac:spMk id="6" creationId="{E2333569-0506-53B2-8169-6D1BD4584189}"/>
          </ac:spMkLst>
        </pc:spChg>
      </pc:sldChg>
      <pc:sldChg chg="addSp">
        <pc:chgData name="Kunal Ghosh" userId="S::ghosh178@purdue.edu::e399b507-3df8-48a1-8100-af264806a955" providerId="AD" clId="Web-{622F45C2-AC2B-544D-6491-384DB0BCA4CA}" dt="2025-02-04T04:59:56.840" v="4"/>
        <pc:sldMkLst>
          <pc:docMk/>
          <pc:sldMk cId="1091338601" sldId="313"/>
        </pc:sldMkLst>
        <pc:spChg chg="add">
          <ac:chgData name="Kunal Ghosh" userId="S::ghosh178@purdue.edu::e399b507-3df8-48a1-8100-af264806a955" providerId="AD" clId="Web-{622F45C2-AC2B-544D-6491-384DB0BCA4CA}" dt="2025-02-04T04:59:56.840" v="4"/>
          <ac:spMkLst>
            <pc:docMk/>
            <pc:sldMk cId="1091338601" sldId="313"/>
            <ac:spMk id="4" creationId="{365F3C69-1A79-72E0-2671-B3CD06CE40AC}"/>
          </ac:spMkLst>
        </pc:spChg>
      </pc:sldChg>
    </pc:docChg>
  </pc:docChgLst>
  <pc:docChgLst>
    <pc:chgData name="Kunal Ghosh" userId="c7d400ffb3130a3a" providerId="LiveId" clId="{692C3EC6-B3C2-43D0-ADE5-E8296C5B605E}"/>
    <pc:docChg chg="undo redo custSel addSld delSld modSld sldOrd">
      <pc:chgData name="Kunal Ghosh" userId="c7d400ffb3130a3a" providerId="LiveId" clId="{692C3EC6-B3C2-43D0-ADE5-E8296C5B605E}" dt="2025-01-24T15:12:21.632" v="2765" actId="20577"/>
      <pc:docMkLst>
        <pc:docMk/>
      </pc:docMkLst>
      <pc:sldChg chg="addSp delSp modSp mod ord modClrScheme modAnim chgLayout">
        <pc:chgData name="Kunal Ghosh" userId="c7d400ffb3130a3a" providerId="LiveId" clId="{692C3EC6-B3C2-43D0-ADE5-E8296C5B605E}" dt="2025-01-22T09:54:40.889" v="1119" actId="27636"/>
        <pc:sldMkLst>
          <pc:docMk/>
          <pc:sldMk cId="3035040294" sldId="256"/>
        </pc:sldMkLst>
        <pc:spChg chg="mod ord">
          <ac:chgData name="Kunal Ghosh" userId="c7d400ffb3130a3a" providerId="LiveId" clId="{692C3EC6-B3C2-43D0-ADE5-E8296C5B605E}" dt="2025-01-22T09:54:40.889" v="1119" actId="27636"/>
          <ac:spMkLst>
            <pc:docMk/>
            <pc:sldMk cId="3035040294" sldId="256"/>
            <ac:spMk id="2" creationId="{12307E03-5607-C286-502F-896BDDE9B00F}"/>
          </ac:spMkLst>
        </pc:spChg>
        <pc:spChg chg="mod ord">
          <ac:chgData name="Kunal Ghosh" userId="c7d400ffb3130a3a" providerId="LiveId" clId="{692C3EC6-B3C2-43D0-ADE5-E8296C5B605E}" dt="2025-01-22T09:54:40.873" v="1118" actId="700"/>
          <ac:spMkLst>
            <pc:docMk/>
            <pc:sldMk cId="3035040294" sldId="256"/>
            <ac:spMk id="3" creationId="{477BB108-E67D-2676-75B8-2D4B64BF52A1}"/>
          </ac:spMkLst>
        </pc:spChg>
        <pc:spChg chg="add mod ord">
          <ac:chgData name="Kunal Ghosh" userId="c7d400ffb3130a3a" providerId="LiveId" clId="{692C3EC6-B3C2-43D0-ADE5-E8296C5B605E}" dt="2025-01-22T09:54:40.873" v="1118" actId="700"/>
          <ac:spMkLst>
            <pc:docMk/>
            <pc:sldMk cId="3035040294" sldId="256"/>
            <ac:spMk id="5" creationId="{3D6FA525-798E-1068-E77B-631360E37385}"/>
          </ac:spMkLst>
        </pc:spChg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361594818" sldId="257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666090097" sldId="25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932748493" sldId="259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870390396" sldId="26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010976476" sldId="262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119801829" sldId="266"/>
        </pc:sldMkLst>
      </pc:sldChg>
      <pc:sldChg chg="addSp delSp modSp mod">
        <pc:chgData name="Kunal Ghosh" userId="c7d400ffb3130a3a" providerId="LiveId" clId="{692C3EC6-B3C2-43D0-ADE5-E8296C5B605E}" dt="2025-01-22T09:58:49.240" v="1180" actId="403"/>
        <pc:sldMkLst>
          <pc:docMk/>
          <pc:sldMk cId="4154997097" sldId="267"/>
        </pc:sldMkLst>
        <pc:spChg chg="mod">
          <ac:chgData name="Kunal Ghosh" userId="c7d400ffb3130a3a" providerId="LiveId" clId="{692C3EC6-B3C2-43D0-ADE5-E8296C5B605E}" dt="2025-01-22T09:58:49.240" v="1180" actId="403"/>
          <ac:spMkLst>
            <pc:docMk/>
            <pc:sldMk cId="4154997097" sldId="267"/>
            <ac:spMk id="2" creationId="{44DF09A7-CF48-9701-322A-A0BBD1C2F6CD}"/>
          </ac:spMkLst>
        </pc:spChg>
        <pc:spChg chg="mod">
          <ac:chgData name="Kunal Ghosh" userId="c7d400ffb3130a3a" providerId="LiveId" clId="{692C3EC6-B3C2-43D0-ADE5-E8296C5B605E}" dt="2025-01-22T09:57:36.621" v="1177" actId="20577"/>
          <ac:spMkLst>
            <pc:docMk/>
            <pc:sldMk cId="4154997097" sldId="267"/>
            <ac:spMk id="3" creationId="{5991BF94-59A9-105F-273E-B29E440F2501}"/>
          </ac:spMkLst>
        </pc:spChg>
        <pc:spChg chg="add mod">
          <ac:chgData name="Kunal Ghosh" userId="c7d400ffb3130a3a" providerId="LiveId" clId="{692C3EC6-B3C2-43D0-ADE5-E8296C5B605E}" dt="2025-01-22T06:20:52.941" v="354" actId="5793"/>
          <ac:spMkLst>
            <pc:docMk/>
            <pc:sldMk cId="4154997097" sldId="267"/>
            <ac:spMk id="4" creationId="{65C1FBB2-390D-59A4-F143-EDCF35093773}"/>
          </ac:spMkLst>
        </pc:spChg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251855305" sldId="26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404612451" sldId="269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396541706" sldId="27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790469898" sldId="273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846219069" sldId="274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510770798" sldId="27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617692043" sldId="28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618194783" sldId="283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44562826" sldId="29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236811927" sldId="297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250242302" sldId="29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491471171" sldId="30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787866221" sldId="302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363357115" sldId="304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867573655" sldId="30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06645986" sldId="306"/>
        </pc:sldMkLst>
      </pc:sldChg>
      <pc:sldChg chg="new del">
        <pc:chgData name="Kunal Ghosh" userId="c7d400ffb3130a3a" providerId="LiveId" clId="{692C3EC6-B3C2-43D0-ADE5-E8296C5B605E}" dt="2025-01-22T04:56:07.238" v="59" actId="680"/>
        <pc:sldMkLst>
          <pc:docMk/>
          <pc:sldMk cId="2566284471" sldId="307"/>
        </pc:sldMkLst>
      </pc:sldChg>
      <pc:sldChg chg="addSp delSp modSp new mod ord modClrScheme chgLayout">
        <pc:chgData name="Kunal Ghosh" userId="c7d400ffb3130a3a" providerId="LiveId" clId="{692C3EC6-B3C2-43D0-ADE5-E8296C5B605E}" dt="2025-01-24T15:05:05.314" v="2616" actId="27636"/>
        <pc:sldMkLst>
          <pc:docMk/>
          <pc:sldMk cId="2590382412" sldId="307"/>
        </pc:sldMkLst>
        <pc:spChg chg="mod ord">
          <ac:chgData name="Kunal Ghosh" userId="c7d400ffb3130a3a" providerId="LiveId" clId="{692C3EC6-B3C2-43D0-ADE5-E8296C5B605E}" dt="2025-01-22T04:56:24.480" v="61" actId="700"/>
          <ac:spMkLst>
            <pc:docMk/>
            <pc:sldMk cId="2590382412" sldId="307"/>
            <ac:spMk id="5" creationId="{34F7F67E-8CCE-4B8F-5679-37B397619607}"/>
          </ac:spMkLst>
        </pc:spChg>
        <pc:spChg chg="add mod ord">
          <ac:chgData name="Kunal Ghosh" userId="c7d400ffb3130a3a" providerId="LiveId" clId="{692C3EC6-B3C2-43D0-ADE5-E8296C5B605E}" dt="2025-01-22T04:56:30.818" v="71" actId="20577"/>
          <ac:spMkLst>
            <pc:docMk/>
            <pc:sldMk cId="2590382412" sldId="307"/>
            <ac:spMk id="6" creationId="{6F43D9DE-5F85-C0EB-480D-2BE677DD92F3}"/>
          </ac:spMkLst>
        </pc:spChg>
        <pc:spChg chg="add mod ord">
          <ac:chgData name="Kunal Ghosh" userId="c7d400ffb3130a3a" providerId="LiveId" clId="{692C3EC6-B3C2-43D0-ADE5-E8296C5B605E}" dt="2025-01-24T15:05:05.314" v="2616" actId="27636"/>
          <ac:spMkLst>
            <pc:docMk/>
            <pc:sldMk cId="2590382412" sldId="307"/>
            <ac:spMk id="7" creationId="{50F24650-7671-EFCC-4BF4-A4A5664D5DF1}"/>
          </ac:spMkLst>
        </pc:spChg>
        <pc:spChg chg="add mod ord">
          <ac:chgData name="Kunal Ghosh" userId="c7d400ffb3130a3a" providerId="LiveId" clId="{692C3EC6-B3C2-43D0-ADE5-E8296C5B605E}" dt="2025-01-22T04:56:24.480" v="61" actId="700"/>
          <ac:spMkLst>
            <pc:docMk/>
            <pc:sldMk cId="2590382412" sldId="307"/>
            <ac:spMk id="8" creationId="{D8F70B73-085D-687F-DAF4-3E2C4A2DE435}"/>
          </ac:spMkLst>
        </pc:spChg>
      </pc:sldChg>
      <pc:sldChg chg="new del">
        <pc:chgData name="Kunal Ghosh" userId="c7d400ffb3130a3a" providerId="LiveId" clId="{692C3EC6-B3C2-43D0-ADE5-E8296C5B605E}" dt="2025-01-22T04:55:58.903" v="55" actId="680"/>
        <pc:sldMkLst>
          <pc:docMk/>
          <pc:sldMk cId="2738230894" sldId="307"/>
        </pc:sldMkLst>
      </pc:sldChg>
      <pc:sldChg chg="new del">
        <pc:chgData name="Kunal Ghosh" userId="c7d400ffb3130a3a" providerId="LiveId" clId="{692C3EC6-B3C2-43D0-ADE5-E8296C5B605E}" dt="2025-01-22T04:56:02.453" v="57" actId="680"/>
        <pc:sldMkLst>
          <pc:docMk/>
          <pc:sldMk cId="3076627410" sldId="307"/>
        </pc:sldMkLst>
      </pc:sldChg>
      <pc:sldChg chg="modSp new mod ord">
        <pc:chgData name="Kunal Ghosh" userId="c7d400ffb3130a3a" providerId="LiveId" clId="{692C3EC6-B3C2-43D0-ADE5-E8296C5B605E}" dt="2025-01-24T05:05:35.534" v="1760" actId="20577"/>
        <pc:sldMkLst>
          <pc:docMk/>
          <pc:sldMk cId="1056688820" sldId="308"/>
        </pc:sldMkLst>
        <pc:spChg chg="mod">
          <ac:chgData name="Kunal Ghosh" userId="c7d400ffb3130a3a" providerId="LiveId" clId="{692C3EC6-B3C2-43D0-ADE5-E8296C5B605E}" dt="2025-01-24T05:05:35.534" v="1760" actId="20577"/>
          <ac:spMkLst>
            <pc:docMk/>
            <pc:sldMk cId="1056688820" sldId="308"/>
            <ac:spMk id="3" creationId="{5EEFEA8C-E8CC-AA75-8C98-FF5322E175B3}"/>
          </ac:spMkLst>
        </pc:spChg>
        <pc:spChg chg="mod">
          <ac:chgData name="Kunal Ghosh" userId="c7d400ffb3130a3a" providerId="LiveId" clId="{692C3EC6-B3C2-43D0-ADE5-E8296C5B605E}" dt="2025-01-22T04:59:28.784" v="155" actId="20577"/>
          <ac:spMkLst>
            <pc:docMk/>
            <pc:sldMk cId="1056688820" sldId="308"/>
            <ac:spMk id="4" creationId="{2B76F690-BC93-78DE-5DF9-0177449B926B}"/>
          </ac:spMkLst>
        </pc:spChg>
      </pc:sldChg>
      <pc:sldChg chg="modSp new mod">
        <pc:chgData name="Kunal Ghosh" userId="c7d400ffb3130a3a" providerId="LiveId" clId="{692C3EC6-B3C2-43D0-ADE5-E8296C5B605E}" dt="2025-01-22T05:01:25.484" v="268" actId="20577"/>
        <pc:sldMkLst>
          <pc:docMk/>
          <pc:sldMk cId="468561105" sldId="309"/>
        </pc:sldMkLst>
        <pc:spChg chg="mod">
          <ac:chgData name="Kunal Ghosh" userId="c7d400ffb3130a3a" providerId="LiveId" clId="{692C3EC6-B3C2-43D0-ADE5-E8296C5B605E}" dt="2025-01-22T05:01:25.484" v="268" actId="20577"/>
          <ac:spMkLst>
            <pc:docMk/>
            <pc:sldMk cId="468561105" sldId="309"/>
            <ac:spMk id="3" creationId="{60634B81-13E9-1D87-6C36-1E699F921500}"/>
          </ac:spMkLst>
        </pc:spChg>
        <pc:spChg chg="mod">
          <ac:chgData name="Kunal Ghosh" userId="c7d400ffb3130a3a" providerId="LiveId" clId="{692C3EC6-B3C2-43D0-ADE5-E8296C5B605E}" dt="2025-01-22T05:01:01.654" v="202" actId="20577"/>
          <ac:spMkLst>
            <pc:docMk/>
            <pc:sldMk cId="468561105" sldId="309"/>
            <ac:spMk id="4" creationId="{02F59A58-5829-29EB-F801-EA2300AA2F2F}"/>
          </ac:spMkLst>
        </pc:spChg>
      </pc:sldChg>
      <pc:sldChg chg="add mod modShow">
        <pc:chgData name="Kunal Ghosh" userId="c7d400ffb3130a3a" providerId="LiveId" clId="{692C3EC6-B3C2-43D0-ADE5-E8296C5B605E}" dt="2025-01-24T05:23:54.055" v="2123" actId="729"/>
        <pc:sldMkLst>
          <pc:docMk/>
          <pc:sldMk cId="3950440284" sldId="310"/>
        </pc:sldMkLst>
      </pc:sldChg>
      <pc:sldChg chg="modSp add mod modAnim">
        <pc:chgData name="Kunal Ghosh" userId="c7d400ffb3130a3a" providerId="LiveId" clId="{692C3EC6-B3C2-43D0-ADE5-E8296C5B605E}" dt="2025-01-22T09:55:22.858" v="1135" actId="20577"/>
        <pc:sldMkLst>
          <pc:docMk/>
          <pc:sldMk cId="3276290463" sldId="311"/>
        </pc:sldMkLst>
        <pc:spChg chg="mod">
          <ac:chgData name="Kunal Ghosh" userId="c7d400ffb3130a3a" providerId="LiveId" clId="{692C3EC6-B3C2-43D0-ADE5-E8296C5B605E}" dt="2025-01-22T09:55:12.882" v="1121"/>
          <ac:spMkLst>
            <pc:docMk/>
            <pc:sldMk cId="3276290463" sldId="311"/>
            <ac:spMk id="2" creationId="{E7770F19-1007-89F9-2BF8-1C2A372B3003}"/>
          </ac:spMkLst>
        </pc:spChg>
        <pc:spChg chg="mod">
          <ac:chgData name="Kunal Ghosh" userId="c7d400ffb3130a3a" providerId="LiveId" clId="{692C3EC6-B3C2-43D0-ADE5-E8296C5B605E}" dt="2025-01-22T09:55:22.858" v="1135" actId="20577"/>
          <ac:spMkLst>
            <pc:docMk/>
            <pc:sldMk cId="3276290463" sldId="311"/>
            <ac:spMk id="3" creationId="{E6B6621C-6433-03E2-4816-BFEED311D5F0}"/>
          </ac:spMkLst>
        </pc:spChg>
      </pc:sldChg>
      <pc:sldChg chg="modSp add mod modAnim">
        <pc:chgData name="Kunal Ghosh" userId="c7d400ffb3130a3a" providerId="LiveId" clId="{692C3EC6-B3C2-43D0-ADE5-E8296C5B605E}" dt="2025-01-24T15:02:58.818" v="2601" actId="6549"/>
        <pc:sldMkLst>
          <pc:docMk/>
          <pc:sldMk cId="4144218707" sldId="312"/>
        </pc:sldMkLst>
        <pc:spChg chg="mod">
          <ac:chgData name="Kunal Ghosh" userId="c7d400ffb3130a3a" providerId="LiveId" clId="{692C3EC6-B3C2-43D0-ADE5-E8296C5B605E}" dt="2025-01-22T09:56:03.634" v="1148" actId="20577"/>
          <ac:spMkLst>
            <pc:docMk/>
            <pc:sldMk cId="4144218707" sldId="312"/>
            <ac:spMk id="2" creationId="{6A87225C-1A6E-E009-4F54-4D0EEAC80AB2}"/>
          </ac:spMkLst>
        </pc:spChg>
        <pc:spChg chg="mod">
          <ac:chgData name="Kunal Ghosh" userId="c7d400ffb3130a3a" providerId="LiveId" clId="{692C3EC6-B3C2-43D0-ADE5-E8296C5B605E}" dt="2025-01-24T15:02:58.818" v="2601" actId="6549"/>
          <ac:spMkLst>
            <pc:docMk/>
            <pc:sldMk cId="4144218707" sldId="312"/>
            <ac:spMk id="3" creationId="{C23150DA-484F-3F21-C6FF-5604958E3C2E}"/>
          </ac:spMkLst>
        </pc:spChg>
      </pc:sldChg>
      <pc:sldChg chg="modSp add mod modAnim">
        <pc:chgData name="Kunal Ghosh" userId="c7d400ffb3130a3a" providerId="LiveId" clId="{692C3EC6-B3C2-43D0-ADE5-E8296C5B605E}" dt="2025-01-24T15:03:07.490" v="2609" actId="20577"/>
        <pc:sldMkLst>
          <pc:docMk/>
          <pc:sldMk cId="1091338601" sldId="313"/>
        </pc:sldMkLst>
        <pc:spChg chg="mod">
          <ac:chgData name="Kunal Ghosh" userId="c7d400ffb3130a3a" providerId="LiveId" clId="{692C3EC6-B3C2-43D0-ADE5-E8296C5B605E}" dt="2025-01-22T09:56:12.480" v="1153" actId="20577"/>
          <ac:spMkLst>
            <pc:docMk/>
            <pc:sldMk cId="1091338601" sldId="313"/>
            <ac:spMk id="2" creationId="{D5680C9D-A27B-6DD1-2224-DF5C678F0761}"/>
          </ac:spMkLst>
        </pc:spChg>
        <pc:spChg chg="mod">
          <ac:chgData name="Kunal Ghosh" userId="c7d400ffb3130a3a" providerId="LiveId" clId="{692C3EC6-B3C2-43D0-ADE5-E8296C5B605E}" dt="2025-01-24T15:03:07.490" v="2609" actId="20577"/>
          <ac:spMkLst>
            <pc:docMk/>
            <pc:sldMk cId="1091338601" sldId="313"/>
            <ac:spMk id="3" creationId="{7526DC2A-5A2E-0072-C7D9-EB3E80470E79}"/>
          </ac:spMkLst>
        </pc:spChg>
      </pc:sldChg>
      <pc:sldChg chg="modSp add mod modAnim">
        <pc:chgData name="Kunal Ghosh" userId="c7d400ffb3130a3a" providerId="LiveId" clId="{692C3EC6-B3C2-43D0-ADE5-E8296C5B605E}" dt="2025-01-22T09:56:57.639" v="1170"/>
        <pc:sldMkLst>
          <pc:docMk/>
          <pc:sldMk cId="2130742392" sldId="314"/>
        </pc:sldMkLst>
        <pc:spChg chg="mod">
          <ac:chgData name="Kunal Ghosh" userId="c7d400ffb3130a3a" providerId="LiveId" clId="{692C3EC6-B3C2-43D0-ADE5-E8296C5B605E}" dt="2025-01-22T09:56:31.701" v="1167" actId="20577"/>
          <ac:spMkLst>
            <pc:docMk/>
            <pc:sldMk cId="2130742392" sldId="314"/>
            <ac:spMk id="2" creationId="{D2B903A7-037B-193B-6A5B-265E5E89483A}"/>
          </ac:spMkLst>
        </pc:spChg>
        <pc:spChg chg="mod">
          <ac:chgData name="Kunal Ghosh" userId="c7d400ffb3130a3a" providerId="LiveId" clId="{692C3EC6-B3C2-43D0-ADE5-E8296C5B605E}" dt="2025-01-22T09:56:57.639" v="1170"/>
          <ac:spMkLst>
            <pc:docMk/>
            <pc:sldMk cId="2130742392" sldId="314"/>
            <ac:spMk id="3" creationId="{D96D7233-7F5D-BF3F-C0CB-BCE63A48D1D9}"/>
          </ac:spMkLst>
        </pc:spChg>
      </pc:sldChg>
      <pc:sldChg chg="addSp modSp add del mod">
        <pc:chgData name="Kunal Ghosh" userId="c7d400ffb3130a3a" providerId="LiveId" clId="{692C3EC6-B3C2-43D0-ADE5-E8296C5B605E}" dt="2025-01-24T05:05:25.831" v="1758" actId="47"/>
        <pc:sldMkLst>
          <pc:docMk/>
          <pc:sldMk cId="339134211" sldId="315"/>
        </pc:sldMkLst>
        <pc:spChg chg="mod">
          <ac:chgData name="Kunal Ghosh" userId="c7d400ffb3130a3a" providerId="LiveId" clId="{692C3EC6-B3C2-43D0-ADE5-E8296C5B605E}" dt="2025-01-24T04:54:36.927" v="1227"/>
          <ac:spMkLst>
            <pc:docMk/>
            <pc:sldMk cId="339134211" sldId="315"/>
            <ac:spMk id="3" creationId="{38B3EB40-A935-3D16-4301-C7DE0C83348D}"/>
          </ac:spMkLst>
        </pc:spChg>
      </pc:sldChg>
      <pc:sldChg chg="modSp add del mod">
        <pc:chgData name="Kunal Ghosh" userId="c7d400ffb3130a3a" providerId="LiveId" clId="{692C3EC6-B3C2-43D0-ADE5-E8296C5B605E}" dt="2025-01-24T05:22:09.124" v="2111" actId="47"/>
        <pc:sldMkLst>
          <pc:docMk/>
          <pc:sldMk cId="2786987040" sldId="316"/>
        </pc:sldMkLst>
        <pc:spChg chg="mod">
          <ac:chgData name="Kunal Ghosh" userId="c7d400ffb3130a3a" providerId="LiveId" clId="{692C3EC6-B3C2-43D0-ADE5-E8296C5B605E}" dt="2025-01-24T05:12:58.954" v="1889" actId="21"/>
          <ac:spMkLst>
            <pc:docMk/>
            <pc:sldMk cId="2786987040" sldId="316"/>
            <ac:spMk id="3" creationId="{1FC8B0E8-0460-3A25-0F87-832CFBF87DC3}"/>
          </ac:spMkLst>
        </pc:spChg>
        <pc:spChg chg="mod">
          <ac:chgData name="Kunal Ghosh" userId="c7d400ffb3130a3a" providerId="LiveId" clId="{692C3EC6-B3C2-43D0-ADE5-E8296C5B605E}" dt="2025-01-24T05:05:59.641" v="1795" actId="20577"/>
          <ac:spMkLst>
            <pc:docMk/>
            <pc:sldMk cId="2786987040" sldId="316"/>
            <ac:spMk id="4" creationId="{C204C39F-01D9-B639-8970-F4E742F0D9FA}"/>
          </ac:spMkLst>
        </pc:spChg>
      </pc:sldChg>
      <pc:sldChg chg="addSp delSp modSp add mod">
        <pc:chgData name="Kunal Ghosh" userId="c7d400ffb3130a3a" providerId="LiveId" clId="{692C3EC6-B3C2-43D0-ADE5-E8296C5B605E}" dt="2025-01-24T15:12:21.632" v="2765" actId="20577"/>
        <pc:sldMkLst>
          <pc:docMk/>
          <pc:sldMk cId="2503109505" sldId="317"/>
        </pc:sldMkLst>
        <pc:spChg chg="mod">
          <ac:chgData name="Kunal Ghosh" userId="c7d400ffb3130a3a" providerId="LiveId" clId="{692C3EC6-B3C2-43D0-ADE5-E8296C5B605E}" dt="2025-01-24T05:22:05.472" v="2110"/>
          <ac:spMkLst>
            <pc:docMk/>
            <pc:sldMk cId="2503109505" sldId="317"/>
            <ac:spMk id="2" creationId="{9BB4E483-6A0C-A274-676B-AD8A0466943D}"/>
          </ac:spMkLst>
        </pc:spChg>
        <pc:spChg chg="del mod">
          <ac:chgData name="Kunal Ghosh" userId="c7d400ffb3130a3a" providerId="LiveId" clId="{692C3EC6-B3C2-43D0-ADE5-E8296C5B605E}" dt="2025-01-24T05:12:07.511" v="1870" actId="478"/>
          <ac:spMkLst>
            <pc:docMk/>
            <pc:sldMk cId="2503109505" sldId="317"/>
            <ac:spMk id="3" creationId="{C4ECF791-B6B7-AACB-2104-C5423BD4C457}"/>
          </ac:spMkLst>
        </pc:spChg>
        <pc:spChg chg="mod">
          <ac:chgData name="Kunal Ghosh" userId="c7d400ffb3130a3a" providerId="LiveId" clId="{692C3EC6-B3C2-43D0-ADE5-E8296C5B605E}" dt="2025-01-24T05:22:04.042" v="2109" actId="21"/>
          <ac:spMkLst>
            <pc:docMk/>
            <pc:sldMk cId="2503109505" sldId="317"/>
            <ac:spMk id="4" creationId="{3BC7EEA1-68C9-30D0-DB62-162F3FF0781F}"/>
          </ac:spMkLst>
        </pc:spChg>
        <pc:graphicFrameChg chg="add mod">
          <ac:chgData name="Kunal Ghosh" userId="c7d400ffb3130a3a" providerId="LiveId" clId="{692C3EC6-B3C2-43D0-ADE5-E8296C5B605E}" dt="2025-01-24T15:11:53.989" v="2763"/>
          <ac:graphicFrameMkLst>
            <pc:docMk/>
            <pc:sldMk cId="2503109505" sldId="317"/>
            <ac:graphicFrameMk id="3" creationId="{2661219F-838F-5FDB-2FA4-F1D75A15D1F2}"/>
          </ac:graphicFrameMkLst>
        </pc:graphicFrameChg>
        <pc:graphicFrameChg chg="add mod modGraphic">
          <ac:chgData name="Kunal Ghosh" userId="c7d400ffb3130a3a" providerId="LiveId" clId="{692C3EC6-B3C2-43D0-ADE5-E8296C5B605E}" dt="2025-01-24T15:12:21.632" v="2765" actId="2057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addSp delSp modSp new mod chgLayout">
        <pc:chgData name="Kunal Ghosh" userId="c7d400ffb3130a3a" providerId="LiveId" clId="{692C3EC6-B3C2-43D0-ADE5-E8296C5B605E}" dt="2025-01-24T05:23:21.355" v="2122" actId="20577"/>
        <pc:sldMkLst>
          <pc:docMk/>
          <pc:sldMk cId="2235171186" sldId="318"/>
        </pc:sldMkLst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2" creationId="{2877D08A-5140-0D97-F009-0A4E5A8FF2D4}"/>
          </ac:spMkLst>
        </pc:spChg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3" creationId="{0244A891-EEC8-6C0E-9DFF-FC66339E08EE}"/>
          </ac:spMkLst>
        </pc:spChg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4" creationId="{F11E2A59-2537-1003-9D63-DF2A6C232298}"/>
          </ac:spMkLst>
        </pc:spChg>
        <pc:spChg chg="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5" creationId="{7282F2BE-E17A-18B2-EAAD-B01CCD9A7AF0}"/>
          </ac:spMkLst>
        </pc:spChg>
        <pc:spChg chg="add mod ord">
          <ac:chgData name="Kunal Ghosh" userId="c7d400ffb3130a3a" providerId="LiveId" clId="{692C3EC6-B3C2-43D0-ADE5-E8296C5B605E}" dt="2025-01-24T05:23:21.355" v="2122" actId="20577"/>
          <ac:spMkLst>
            <pc:docMk/>
            <pc:sldMk cId="2235171186" sldId="318"/>
            <ac:spMk id="6" creationId="{BD82E3CF-B6A4-E495-13C3-984CF16A168B}"/>
          </ac:spMkLst>
        </pc:spChg>
        <pc:spChg chg="add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7" creationId="{8D765DA2-3D00-B740-0365-574A3A016A2B}"/>
          </ac:spMkLst>
        </pc:spChg>
        <pc:spChg chg="add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8" creationId="{5309A94E-4E9C-4788-2376-36B6A394D431}"/>
          </ac:spMkLst>
        </pc:spChg>
      </pc:sldChg>
      <pc:sldChg chg="modSp add mod modAnim">
        <pc:chgData name="Kunal Ghosh" userId="c7d400ffb3130a3a" providerId="LiveId" clId="{692C3EC6-B3C2-43D0-ADE5-E8296C5B605E}" dt="2025-01-24T05:28:57.226" v="2271" actId="6549"/>
        <pc:sldMkLst>
          <pc:docMk/>
          <pc:sldMk cId="4123971144" sldId="319"/>
        </pc:sldMkLst>
        <pc:spChg chg="mod">
          <ac:chgData name="Kunal Ghosh" userId="c7d400ffb3130a3a" providerId="LiveId" clId="{692C3EC6-B3C2-43D0-ADE5-E8296C5B605E}" dt="2025-01-24T05:28:50.691" v="2270" actId="20577"/>
          <ac:spMkLst>
            <pc:docMk/>
            <pc:sldMk cId="4123971144" sldId="319"/>
            <ac:spMk id="2" creationId="{EBB215B5-4A09-C2F9-C4E9-818236355330}"/>
          </ac:spMkLst>
        </pc:spChg>
        <pc:spChg chg="mod">
          <ac:chgData name="Kunal Ghosh" userId="c7d400ffb3130a3a" providerId="LiveId" clId="{692C3EC6-B3C2-43D0-ADE5-E8296C5B605E}" dt="2025-01-24T05:28:57.226" v="2271" actId="6549"/>
          <ac:spMkLst>
            <pc:docMk/>
            <pc:sldMk cId="4123971144" sldId="319"/>
            <ac:spMk id="3" creationId="{3E18A8C8-3B5B-C6EC-B0B0-569EC4B26EBD}"/>
          </ac:spMkLst>
        </pc:spChg>
      </pc:sldChg>
      <pc:sldChg chg="addSp delSp modSp new mod modClrScheme chgLayout">
        <pc:chgData name="Kunal Ghosh" userId="c7d400ffb3130a3a" providerId="LiveId" clId="{692C3EC6-B3C2-43D0-ADE5-E8296C5B605E}" dt="2025-01-24T14:11:42.967" v="2512" actId="6549"/>
        <pc:sldMkLst>
          <pc:docMk/>
          <pc:sldMk cId="2426592814" sldId="320"/>
        </pc:sldMkLst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2" creationId="{592255C4-2A6F-6F93-89FB-C702263D8D24}"/>
          </ac:spMkLst>
        </pc:spChg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3" creationId="{4AB2F25C-06C7-CB89-7D6C-4A72699F516F}"/>
          </ac:spMkLst>
        </pc:spChg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4" creationId="{15079C0C-E178-E018-4CF4-7865EA9BB413}"/>
          </ac:spMkLst>
        </pc:spChg>
        <pc:spChg chg="mod ord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5" creationId="{C7FD9C99-5792-6313-C842-3CC9F2C9EAD6}"/>
          </ac:spMkLst>
        </pc:spChg>
        <pc:spChg chg="add del mod ord">
          <ac:chgData name="Kunal Ghosh" userId="c7d400ffb3130a3a" providerId="LiveId" clId="{692C3EC6-B3C2-43D0-ADE5-E8296C5B605E}" dt="2025-01-24T14:08:19.290" v="2374" actId="478"/>
          <ac:spMkLst>
            <pc:docMk/>
            <pc:sldMk cId="2426592814" sldId="320"/>
            <ac:spMk id="7" creationId="{80DD7BD6-7E70-309C-39A6-1FCA808DEBED}"/>
          </ac:spMkLst>
        </pc:spChg>
        <pc:graphicFrameChg chg="add mod modGraphic">
          <ac:chgData name="Kunal Ghosh" userId="c7d400ffb3130a3a" providerId="LiveId" clId="{692C3EC6-B3C2-43D0-ADE5-E8296C5B605E}" dt="2025-01-24T14:11:42.967" v="2512" actId="6549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  <pc:sldChg chg="modSp new mod">
        <pc:chgData name="Kunal Ghosh" userId="c7d400ffb3130a3a" providerId="LiveId" clId="{692C3EC6-B3C2-43D0-ADE5-E8296C5B605E}" dt="2025-01-24T14:13:15.182" v="2595" actId="404"/>
        <pc:sldMkLst>
          <pc:docMk/>
          <pc:sldMk cId="3126466637" sldId="321"/>
        </pc:sldMkLst>
        <pc:spChg chg="mod">
          <ac:chgData name="Kunal Ghosh" userId="c7d400ffb3130a3a" providerId="LiveId" clId="{692C3EC6-B3C2-43D0-ADE5-E8296C5B605E}" dt="2025-01-24T14:13:15.182" v="2595" actId="404"/>
          <ac:spMkLst>
            <pc:docMk/>
            <pc:sldMk cId="3126466637" sldId="321"/>
            <ac:spMk id="2" creationId="{F7A92ED5-6BED-BD29-95F7-F507D6FFF0D5}"/>
          </ac:spMkLst>
        </pc:spChg>
      </pc:sldChg>
    </pc:docChg>
  </pc:docChgLst>
  <pc:docChgLst>
    <pc:chgData name="Austin Watson" userId="S::watso364@purdue.edu::31d1fcba-90a4-421b-a347-1a85e1eed54a" providerId="AD" clId="Web-{78F8146C-43C1-2DB3-67E2-6338D228A5E9}"/>
    <pc:docChg chg="modSld">
      <pc:chgData name="Austin Watson" userId="S::watso364@purdue.edu::31d1fcba-90a4-421b-a347-1a85e1eed54a" providerId="AD" clId="Web-{78F8146C-43C1-2DB3-67E2-6338D228A5E9}" dt="2025-01-30T19:41:54.772" v="38"/>
      <pc:docMkLst>
        <pc:docMk/>
      </pc:docMkLst>
      <pc:sldChg chg="modNotes">
        <pc:chgData name="Austin Watson" userId="S::watso364@purdue.edu::31d1fcba-90a4-421b-a347-1a85e1eed54a" providerId="AD" clId="Web-{78F8146C-43C1-2DB3-67E2-6338D228A5E9}" dt="2025-01-30T19:41:54.772" v="38"/>
        <pc:sldMkLst>
          <pc:docMk/>
          <pc:sldMk cId="3035040294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Hello everyone.</a:t>
            </a:r>
          </a:p>
          <a:p>
            <a:r>
              <a:rPr lang="en-US" dirty="0"/>
              <a:t>- Today I will talk about reducing the cost of running OpenClaw.</a:t>
            </a:r>
          </a:p>
          <a:p>
            <a:r>
              <a:rPr lang="en-US" dirty="0"/>
              <a:t>- I will also show how we can make OpenClaw more personalized.</a:t>
            </a:r>
          </a:p>
          <a:p>
            <a:r>
              <a:rPr lang="en-US" dirty="0"/>
              <a:t>- The main idea is simple.</a:t>
            </a:r>
          </a:p>
          <a:p>
            <a:r>
              <a:rPr lang="en-US" dirty="0"/>
              <a:t>- We fine-tune a small open-source model and run it locally.</a:t>
            </a:r>
          </a:p>
          <a:p>
            <a:r>
              <a:rPr lang="en-US" dirty="0"/>
              <a:t>- Then OpenClaw can use that model for agentic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slide shows the complete pipeline.</a:t>
            </a:r>
          </a:p>
          <a:p>
            <a:r>
              <a:rPr lang="en-US" dirty="0"/>
              <a:t>- We start with OpenClaw.</a:t>
            </a:r>
          </a:p>
          <a:p>
            <a:r>
              <a:rPr lang="en-US" dirty="0"/>
              <a:t>- OpenClaw can run local agentic AI workflows for automation.</a:t>
            </a:r>
          </a:p>
          <a:p>
            <a:r>
              <a:rPr lang="en-US" dirty="0"/>
              <a:t>- But agentic workflows often call the model many times.</a:t>
            </a:r>
          </a:p>
          <a:p>
            <a:r>
              <a:rPr lang="en-US" dirty="0"/>
              <a:t>- If every call goes to a paid API, the cost can grow quickly.</a:t>
            </a:r>
          </a:p>
          <a:p>
            <a:r>
              <a:rPr lang="en-US" dirty="0"/>
              <a:t>- To reduce that cost, we use a small open-source model.</a:t>
            </a:r>
          </a:p>
          <a:p>
            <a:r>
              <a:rPr lang="en-US" dirty="0"/>
              <a:t>- In this case, the model is Qwen2.5 3B Instruct.</a:t>
            </a:r>
          </a:p>
          <a:p>
            <a:r>
              <a:rPr lang="en-US" dirty="0"/>
              <a:t>- The model is small enough to run locally, but still useful for instruction-following tasks.</a:t>
            </a:r>
          </a:p>
          <a:p>
            <a:r>
              <a:rPr lang="en-US" dirty="0"/>
              <a:t>- Next, we fine-tune the model.</a:t>
            </a:r>
          </a:p>
          <a:p>
            <a:r>
              <a:rPr lang="en-US" dirty="0"/>
              <a:t>- Fine-tuning helps us adjust the model to a user’s reasoning requirement, style and workflow.</a:t>
            </a:r>
          </a:p>
          <a:p>
            <a:r>
              <a:rPr lang="en-US" dirty="0"/>
              <a:t>- It can improve how the model responds, how it follows tasks, and how it behaves inside OpenClaw.</a:t>
            </a:r>
          </a:p>
          <a:p>
            <a:r>
              <a:rPr lang="en-US" dirty="0"/>
              <a:t>- Training locally can be difficult because fine-tuning needs GPU memory.</a:t>
            </a:r>
          </a:p>
          <a:p>
            <a:r>
              <a:rPr lang="en-US" dirty="0"/>
              <a:t>- That is why we use </a:t>
            </a:r>
            <a:r>
              <a:rPr lang="en-US" dirty="0" err="1"/>
              <a:t>Unsloth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Unsloth</a:t>
            </a:r>
            <a:r>
              <a:rPr lang="en-US" dirty="0"/>
              <a:t> makes PEFT fine-tuning much more efficient.</a:t>
            </a:r>
          </a:p>
          <a:p>
            <a:r>
              <a:rPr lang="en-US" dirty="0"/>
              <a:t>- It also allows us to train on free Kaggle GPUs.</a:t>
            </a:r>
          </a:p>
          <a:p>
            <a:r>
              <a:rPr lang="en-US" dirty="0"/>
              <a:t>- After training, we convert the model to GGUF format.</a:t>
            </a:r>
          </a:p>
          <a:p>
            <a:r>
              <a:rPr lang="en-US" dirty="0"/>
              <a:t>- GGUF is useful for local deployment and model sharing.</a:t>
            </a:r>
          </a:p>
          <a:p>
            <a:r>
              <a:rPr lang="en-US" dirty="0"/>
              <a:t>- We store the trained model on Hugging Face.</a:t>
            </a:r>
          </a:p>
          <a:p>
            <a:r>
              <a:rPr lang="en-US" dirty="0"/>
              <a:t>- That gives us a clean place to version and download the model.</a:t>
            </a:r>
          </a:p>
          <a:p>
            <a:r>
              <a:rPr lang="en-US" dirty="0"/>
              <a:t>- Then Ollama serves the GGUF model locally.</a:t>
            </a:r>
          </a:p>
          <a:p>
            <a:r>
              <a:rPr lang="en-US" dirty="0"/>
              <a:t>- Ollama makes it easy to run the model from Windows with WSL2.</a:t>
            </a:r>
          </a:p>
          <a:p>
            <a:r>
              <a:rPr lang="en-US" dirty="0"/>
              <a:t>- Finally, OpenClaw connects to Ollama.</a:t>
            </a:r>
          </a:p>
          <a:p>
            <a:r>
              <a:rPr lang="en-US" dirty="0"/>
              <a:t>- At that point, OpenClaw can run tasks using the fine-tuned local model.</a:t>
            </a:r>
          </a:p>
          <a:p>
            <a:r>
              <a:rPr lang="en-US" dirty="0"/>
              <a:t>- So the pipeline gives us three benefits.</a:t>
            </a:r>
          </a:p>
          <a:p>
            <a:r>
              <a:rPr lang="en-US" dirty="0"/>
              <a:t>- Lower cost, more local control, and better personalization.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base model used in the pipeline.</a:t>
            </a:r>
          </a:p>
          <a:p>
            <a:r>
              <a:rPr lang="en-US" dirty="0"/>
              <a:t>- It is Qwen2.5 3B Instruct from </a:t>
            </a:r>
            <a:r>
              <a:rPr lang="en-US" dirty="0" err="1"/>
              <a:t>Unsloth</a:t>
            </a:r>
            <a:r>
              <a:rPr lang="en-US" dirty="0"/>
              <a:t>.</a:t>
            </a:r>
          </a:p>
          <a:p>
            <a:r>
              <a:rPr lang="en-US" dirty="0"/>
              <a:t>- I chose a 3B model because it is practical for local use in my </a:t>
            </a:r>
            <a:r>
              <a:rPr lang="en-US"/>
              <a:t>computer with 4GB VRAM.</a:t>
            </a:r>
          </a:p>
          <a:p>
            <a:r>
              <a:rPr lang="en-US" dirty="0"/>
              <a:t>- It is also already instruction-tuned.</a:t>
            </a:r>
          </a:p>
          <a:p>
            <a:r>
              <a:rPr lang="en-US" dirty="0"/>
              <a:t>- That gives us a good starting point for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This slide shows the training dataset.</a:t>
            </a:r>
          </a:p>
          <a:p>
            <a:r>
              <a:rPr lang="en-US"/>
              <a:t>- The dataset is used for supervised fine-tuning.</a:t>
            </a:r>
          </a:p>
          <a:p>
            <a:r>
              <a:rPr lang="en-US"/>
              <a:t>- It contains examples of instructions and responses.</a:t>
            </a:r>
          </a:p>
          <a:p>
            <a:r>
              <a:rPr lang="en-US"/>
              <a:t>- These examples help the model learn task-following behavior.</a:t>
            </a:r>
          </a:p>
          <a:p>
            <a:r>
              <a:rPr lang="en-US"/>
              <a:t>- We are not training a model from scratch.</a:t>
            </a:r>
          </a:p>
          <a:p>
            <a:r>
              <a:rPr lang="en-US"/>
              <a:t>- We are adapting an existing model for our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This is the training notebook.</a:t>
            </a:r>
          </a:p>
          <a:p>
            <a:r>
              <a:rPr lang="en-US"/>
              <a:t>- The notebook loads the base model and the dataset.</a:t>
            </a:r>
          </a:p>
          <a:p>
            <a:r>
              <a:rPr lang="en-US"/>
              <a:t>- It then configures fine-tuning with Unsloth.</a:t>
            </a:r>
          </a:p>
          <a:p>
            <a:r>
              <a:rPr lang="en-US"/>
              <a:t>- The notebook also runs the training process.</a:t>
            </a:r>
          </a:p>
          <a:p>
            <a:r>
              <a:rPr lang="en-US"/>
              <a:t>- Using a notebook makes the experiment easy to review and repeat.</a:t>
            </a:r>
          </a:p>
          <a:p>
            <a:r>
              <a:rPr lang="en-US"/>
              <a:t>- After training, the output can be prepared for local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This is the trained model on Hugging Face.</a:t>
            </a:r>
          </a:p>
          <a:p>
            <a:r>
              <a:rPr lang="en-US"/>
              <a:t>- Hugging Face is used as the model registry.</a:t>
            </a:r>
          </a:p>
          <a:p>
            <a:r>
              <a:rPr lang="en-US"/>
              <a:t>- It helps us store and version the trained model.</a:t>
            </a:r>
          </a:p>
          <a:p>
            <a:r>
              <a:rPr lang="en-US"/>
              <a:t>- It also makes the model easier to download later.</a:t>
            </a:r>
          </a:p>
          <a:p>
            <a:r>
              <a:rPr lang="en-US"/>
              <a:t>- This separates the training step from the deployment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This slide shows the deployed model running with OpenClaw.</a:t>
            </a:r>
          </a:p>
          <a:p>
            <a:r>
              <a:rPr lang="en-US"/>
              <a:t>- The command starts OpenClaw through the WSL project path.</a:t>
            </a:r>
          </a:p>
          <a:p>
            <a:r>
              <a:rPr lang="en-US"/>
              <a:t>- Ollama serves the fine-tuned model locally.</a:t>
            </a:r>
          </a:p>
          <a:p>
            <a:r>
              <a:rPr lang="en-US"/>
              <a:t>- OpenClaw sends model requests to Ollama.</a:t>
            </a:r>
          </a:p>
          <a:p>
            <a:r>
              <a:rPr lang="en-US"/>
              <a:t>- This confirms that the full pipeline works end to end.</a:t>
            </a:r>
          </a:p>
          <a:p>
            <a:r>
              <a:rPr lang="en-US"/>
              <a:t>- The trained model is now being used inside OpenClaw.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you.</a:t>
            </a:r>
          </a:p>
          <a:p>
            <a:r>
              <a:rPr lang="en-US" dirty="0"/>
              <a:t>- The key takeaway is that OpenClaw can run with a personalized local LLM.</a:t>
            </a:r>
          </a:p>
          <a:p>
            <a:r>
              <a:rPr lang="en-US" dirty="0"/>
              <a:t>- This can reduce API cost.</a:t>
            </a:r>
          </a:p>
          <a:p>
            <a:r>
              <a:rPr lang="en-US" dirty="0"/>
              <a:t>- It can also give more control over model behavior.</a:t>
            </a:r>
          </a:p>
          <a:p>
            <a:r>
              <a:rPr lang="en-US" dirty="0"/>
              <a:t>- The same pipeline can be repeated with better data or newer models.</a:t>
            </a:r>
          </a:p>
          <a:p>
            <a:pPr marL="171450" indent="-171450">
              <a:buFontTx/>
              <a:buChar char="-"/>
            </a:pPr>
            <a:r>
              <a:rPr lang="en-US" dirty="0"/>
              <a:t>I am happy to take questions.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/>
              <a:t>https://medium.com/@kg.aero/save-costs-and-personalize-openclaw-with-a-fine-tuned-open-source-llm-d33335640367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4"/>
            <a:ext cx="12192000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79F75A-CC7F-0156-FBEA-7AFDE5FD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097E4-2930-9D48-A5CE-AF00B0E70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71BFAC-9DDD-7E29-716C-4E627DE4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501C3-2A4B-0682-86F9-ADE24EC9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5F1A-9BA7-F65D-775E-2A1B983E53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9323E-BACA-0B7A-9E9F-89AD4E3343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B0E4F-0D1F-EA8F-1357-B6B9069694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B9F8C-827B-9FF4-8ED9-94B8408252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A746C-74C4-5932-427A-31197558E4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D343-4F7E-84C3-CD08-673F2FE5F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B1EA-1D6F-289D-FACB-9040F171A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B4851-011B-C9F1-B12A-2265ABEC75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516F-C8C7-9666-D863-2EEAB76C8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214780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214780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1E05-E2FD-7748-8B57-EC9C68C6891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B7A1A-70E9-2FE4-C6F5-83B077FA0A3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B5882-2267-1630-20F3-B4AD242C878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60CCDA-D884-EB50-0B9C-1003FDB397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E94D6C-2E61-91FC-DA54-8FB71DE93C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1943" y="204322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56D1137-A56F-85A2-FEB3-FEBA9D3C86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721" y="204322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26B9638-0AB1-0F11-EA67-211E598673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37240" y="204067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AD88-FE01-5097-473B-0D0ED2D85A4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CB0B28-EB34-B935-AE4A-7CE9E433691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AFDB1-12D2-1D31-D510-3BCAF0C50B2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7745F7-8908-BBA2-2D4D-7A215D38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92463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22CF03-CCE7-F9C6-26FF-C319D409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35C51E-B187-34DE-A75E-C3E52E200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7465A6-B511-E9E2-A73A-9DADDEB2121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t" latinLnBrk="0" hangingPunct="1">
        <a:lnSpc>
          <a:spcPct val="90000"/>
        </a:lnSpc>
        <a:spcBef>
          <a:spcPct val="0"/>
        </a:spcBef>
        <a:buNone/>
        <a:defRPr lang="en-US" sz="4800" b="0" i="1" kern="1200" cap="none" baseline="0" dirty="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13" y="1488037"/>
            <a:ext cx="10551381" cy="2870421"/>
          </a:xfrm>
        </p:spPr>
        <p:txBody>
          <a:bodyPr/>
          <a:lstStyle/>
          <a:p>
            <a:pPr algn="ctr"/>
            <a:r>
              <a:rPr lang="en-US" sz="6000" dirty="0"/>
              <a:t>Save Costs and Personalize OpenClaw with a Fine-Tuned Open-Source LLM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5384" y="4709786"/>
            <a:ext cx="4814536" cy="5619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Kunal Ghosh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172"/>
    </mc:Choice>
    <mc:Fallback xmlns="">
      <p:transition advTm="91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7E03-5607-C286-502F-896BDDE9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64" y="112735"/>
            <a:ext cx="8183374" cy="13920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The Pipeline </a:t>
            </a:r>
            <a:br>
              <a:rPr lang="en-US" b="1" dirty="0"/>
            </a:br>
            <a:r>
              <a:rPr lang="en-US" b="1" dirty="0"/>
              <a:t>fine-tuning to OpenClaw execution with finetuned model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BB108-E67D-2676-75B8-2D4B64BF5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3" y="1723785"/>
            <a:ext cx="7839653" cy="456869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OpenClaw enables local agentic AI workflows for personal automation, but agentic loops can consume tokens quickly and increase API costs.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an open-source small LLM such as Qwen2.5-3B helps reduce the cost of running OpenClaw-based agentic workflows.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Fine-tuning improves personalization, including response style, task behavior, and alignment with user-specific workflows.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Local fine-tuning is memory-intensive and often impractical on consumer GPUs. </a:t>
            </a:r>
            <a:r>
              <a:rPr lang="en-US" dirty="0" err="1"/>
              <a:t>Unsloth</a:t>
            </a:r>
            <a:r>
              <a:rPr lang="en-US" dirty="0"/>
              <a:t> enables efficient PEFT fine-tuning on free Kaggle GPUs.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fine-tuned model is converted to GGUF for versioning, storage, distribution, and deployment through Hugging Face.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Ollama serves the fine-tuned GGUF model locally, making it easy to run inference on Windows WSL2.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OpenClaw connects to Ollama and executes agentic tasks using the fine-tuned local LLM.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76B8402-22D6-9E78-0B27-AD64AA10E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738" y="40114"/>
            <a:ext cx="3755764" cy="625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504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103"/>
    </mc:Choice>
    <mc:Fallback xmlns="">
      <p:transition advTm="161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F09F-1CCF-C7C6-A9D9-A4CD5509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9C65E8-47F0-82AB-3D88-4E0328CE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8C40D-889F-A9F3-8274-A8802FD9E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636" y="93946"/>
            <a:ext cx="10018734" cy="60889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D88817-7A83-BC4B-9E02-2AC9084F123D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https://huggingface.co/unsloth/Qwen2.5-3B-Instruct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115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C8E8-EEFC-3CFF-5695-C0AF0A8F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906A88E-854E-D166-F653-AA87E203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0954BF-CBEE-21DD-058E-1028BB2EF4FA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https://huggingface.co/datasets/ServiceNow-AI/R1-Distill-SFT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004BE-D9BA-F435-334B-FAD505E22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863" y="78381"/>
            <a:ext cx="9995770" cy="60791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864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BAD7-5CB0-31A6-9D42-BAF13123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BF5A7B3-08CB-34FC-8428-44E2BC34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0CDC9E-B93D-398C-A9B3-A944F8FBC7A5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https://github.com/kgaero/OpenclawOllama/blob/main/sft-qwen2-5-3b-instruct.ipynb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682B2D-684C-8309-7A69-EC666D814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901" y="56367"/>
            <a:ext cx="10106416" cy="61843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333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7B06-6C47-758C-B638-7020E78C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9E32A50-DC74-F958-7A27-C1960030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74" y="100519"/>
            <a:ext cx="3186234" cy="571433"/>
          </a:xfrm>
        </p:spPr>
        <p:txBody>
          <a:bodyPr/>
          <a:lstStyle/>
          <a:p>
            <a:r>
              <a:rPr lang="en-IN" dirty="0"/>
              <a:t>TRAINED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83F53-11FC-89B9-7E3B-592ADE9BA2C7}"/>
              </a:ext>
            </a:extLst>
          </p:cNvPr>
          <p:cNvSpPr txBox="1"/>
          <p:nvPr/>
        </p:nvSpPr>
        <p:spPr>
          <a:xfrm>
            <a:off x="-1044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https://huggingface.co/kgaero/kunal-qwen2.5-3b-instruct-001/tree/main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0A11A-DAA0-FBD9-4BAD-54892460A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44" y="823494"/>
            <a:ext cx="11521858" cy="52110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249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469B-B420-5166-9973-7984C3CC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6645824-4911-0F98-0BC1-031F59E9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74" y="100519"/>
            <a:ext cx="7733182" cy="571433"/>
          </a:xfrm>
        </p:spPr>
        <p:txBody>
          <a:bodyPr>
            <a:normAutofit/>
          </a:bodyPr>
          <a:lstStyle/>
          <a:p>
            <a:r>
              <a:rPr lang="en-US" dirty="0"/>
              <a:t>OpenClaw with fine tuned Qwen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2A1F3-3D3B-9381-D31B-590BC05F6824}"/>
              </a:ext>
            </a:extLst>
          </p:cNvPr>
          <p:cNvSpPr txBox="1"/>
          <p:nvPr/>
        </p:nvSpPr>
        <p:spPr>
          <a:xfrm>
            <a:off x="-1045" y="6596390"/>
            <a:ext cx="93016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powershell.exe -</a:t>
            </a:r>
            <a:r>
              <a:rPr lang="en-IN" sz="1100" dirty="0" err="1"/>
              <a:t>ExecutionPolicy</a:t>
            </a:r>
            <a:r>
              <a:rPr lang="en-IN" sz="1100" dirty="0"/>
              <a:t> Bypass -File "\\wsl.localhost\Ubuntu\home\kgaer\code\OpenclawOllama\Start-OpenClaw.ps1" -Session clean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BB9FAA4-76F9-E21F-86AC-30C49A719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912" y="671952"/>
            <a:ext cx="9906562" cy="569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9ED257-BDE9-AFDB-6CA4-2485EBDF943C}"/>
              </a:ext>
            </a:extLst>
          </p:cNvPr>
          <p:cNvSpPr txBox="1"/>
          <p:nvPr/>
        </p:nvSpPr>
        <p:spPr>
          <a:xfrm>
            <a:off x="114374" y="984731"/>
            <a:ext cx="204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DEPLOYED MODEL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56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82E3CF-B6A4-E495-13C3-984CF16A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2F2BE-E17A-18B2-EAAD-B01CCD9A7A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fld id="{3086EA1D-707D-B54C-8FFB-433BD1A27D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711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Alt-Widescreen-20231110" id="{F218E956-3EF7-C74B-B913-ECEA98BCBD3B}" vid="{FE519D9E-70B6-014C-84F2-2F94F9874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4E25EC03-AAAA-4B6B-9D28-5719C1FEBC11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d6656b4d-3fa0-4709-acfb-d5e813445d1e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37af3f4b-4b66-46f9-8456-831d9bc3e73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Purdue Widescreen PPT - Alt Font</Template>
  <TotalTime>96</TotalTime>
  <Words>971</Words>
  <Application>Microsoft Office PowerPoint</Application>
  <PresentationFormat>Widescreen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Franklin Gothic Book</vt:lpstr>
      <vt:lpstr>Franklin Gothic Medium</vt:lpstr>
      <vt:lpstr>Franklin Gothic Medium Cond</vt:lpstr>
      <vt:lpstr>Wingdings</vt:lpstr>
      <vt:lpstr>Office Theme</vt:lpstr>
      <vt:lpstr>Save Costs and Personalize OpenClaw with a Fine-Tuned Open-Source LLM</vt:lpstr>
      <vt:lpstr>The Pipeline  fine-tuning to OpenClaw execution with finetuned model</vt:lpstr>
      <vt:lpstr>MODEL</vt:lpstr>
      <vt:lpstr>DATASET</vt:lpstr>
      <vt:lpstr>TRAINER</vt:lpstr>
      <vt:lpstr>TRAINED MODEL</vt:lpstr>
      <vt:lpstr>OpenClaw with fine tuned Qwen model</vt:lpstr>
      <vt:lpstr>Thank you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AI Understanding Alignment</dc:title>
  <dc:creator>Maestas, Cherie Drake</dc:creator>
  <cp:lastModifiedBy>Kunal Ghosh</cp:lastModifiedBy>
  <cp:revision>42</cp:revision>
  <cp:lastPrinted>2025-02-05T04:20:35Z</cp:lastPrinted>
  <dcterms:created xsi:type="dcterms:W3CDTF">2024-06-08T17:57:05Z</dcterms:created>
  <dcterms:modified xsi:type="dcterms:W3CDTF">2026-05-01T02:48:20Z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